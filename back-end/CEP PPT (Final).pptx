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Default Extension="jpeg" ContentType="image/jpeg"/>
  <Override PartName="/_rels/.rels" ContentType="application/vnd.openxmlformats-package.relationships+xml"/>
  <Override PartName="/docProps/core.xml" ContentType="application/vnd.openxmlformats-package.core-properties+xml"/>
  <Override PartName="/docProps/app.xml" ContentType="application/vnd.openxmlformats-officedocument.extended-properties+xml"/>
  <Override PartName="/ppt/presentation.xml" ContentType="application/vnd.openxmlformats-officedocument.presentationml.presentation.main+xml"/>
  <Override PartName="/ppt/slideMasters/_rels/slideMaster2.xml.rels" ContentType="application/vnd.openxmlformats-package.relationships+xml"/>
  <Override PartName="/ppt/slideMasters/_rels/slideMaster1.xml.rels" ContentType="application/vnd.openxmlformats-package.relationship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presProps.xml" ContentType="application/vnd.openxmlformats-officedocument.presentationml.presProp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_rels/presentation.xml.rels" ContentType="application/vnd.openxmlformats-package.relationships+xml"/>
  <Override PartName="/ppt/media/image13.png" ContentType="image/png"/>
  <Override PartName="/ppt/media/image4.png" ContentType="image/png"/>
  <Override PartName="/ppt/media/image11.jpeg" ContentType="image/jpeg"/>
  <Override PartName="/ppt/media/image9.jpeg" ContentType="image/jpeg"/>
  <Override PartName="/ppt/media/image2.png" ContentType="image/png"/>
  <Override PartName="/ppt/media/image14.png" ContentType="image/png"/>
  <Override PartName="/ppt/media/image5.png" ContentType="image/png"/>
  <Override PartName="/ppt/media/image3.jpeg" ContentType="image/jpeg"/>
  <Override PartName="/ppt/media/image15.png" ContentType="image/png"/>
  <Override PartName="/ppt/media/image6.png" ContentType="image/png"/>
  <Override PartName="/ppt/media/image10.png" ContentType="image/png"/>
  <Override PartName="/ppt/media/image1.png" ContentType="image/png"/>
  <Override PartName="/ppt/media/image16.png" ContentType="image/png"/>
  <Override PartName="/ppt/media/image7.png" ContentType="image/png"/>
  <Override PartName="/ppt/media/image17.png" ContentType="image/png"/>
  <Override PartName="/ppt/media/image8.png" ContentType="image/png"/>
  <Override PartName="/ppt/media/image12.png" ContentType="image/png"/>
  <Override PartName="/ppt/notesMasters/_rels/notesMaster1.xml.rels" ContentType="application/vnd.openxmlformats-package.relationships+xml"/>
  <Override PartName="/ppt/notesMasters/notesMaster1.xml" ContentType="application/vnd.openxmlformats-officedocument.presentationml.notesMaster+xml"/>
  <Override PartName="/ppt/slideLayouts/_rels/slideLayout2.xml.rels" ContentType="application/vnd.openxmlformats-package.relationships+xml"/>
  <Override PartName="/ppt/slideLayouts/_rels/slideLayout1.xml.rels" ContentType="application/vnd.openxmlformats-package.relationship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s/slide1.xml" ContentType="application/vnd.openxmlformats-officedocument.presentationml.slide+xml"/>
  <Override PartName="/ppt/slides/_rels/slide9.xml.rels" ContentType="application/vnd.openxmlformats-package.relationships+xml"/>
  <Override PartName="/ppt/slides/_rels/slide8.xml.rels" ContentType="application/vnd.openxmlformats-package.relationships+xml"/>
  <Override PartName="/ppt/slides/_rels/slide10.xml.rels" ContentType="application/vnd.openxmlformats-package.relationships+xml"/>
  <Override PartName="/ppt/slides/_rels/slide7.xml.rels" ContentType="application/vnd.openxmlformats-package.relationships+xml"/>
  <Override PartName="/ppt/slides/_rels/slide6.xml.rels" ContentType="application/vnd.openxmlformats-package.relationships+xml"/>
  <Override PartName="/ppt/slides/_rels/slide5.xml.rels" ContentType="application/vnd.openxmlformats-package.relationships+xml"/>
  <Override PartName="/ppt/slides/_rels/slide4.xml.rels" ContentType="application/vnd.openxmlformats-package.relationships+xml"/>
  <Override PartName="/ppt/slides/_rels/slide3.xml.rels" ContentType="application/vnd.openxmlformats-package.relationships+xml"/>
  <Override PartName="/ppt/slides/_rels/slide2.xml.rels" ContentType="application/vnd.openxmlformats-package.relationships+xml"/>
  <Override PartName="/ppt/slides/_rels/slide1.xml.rels" ContentType="application/vnd.openxmlformats-package.relationships+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10.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10.xml" ContentType="application/vnd.openxmlformats-officedocument.presentationml.notesSlide+xml"/>
  <Override PartName="/ppt/notesSlides/_rels/notesSlide9.xml.rels" ContentType="application/vnd.openxmlformats-package.relationships+xml"/>
  <Override PartName="/ppt/notesSlides/_rels/notesSlide10.xml.rels" ContentType="application/vnd.openxmlformats-package.relationships+xml"/>
  <Override PartName="/ppt/notesSlides/_rels/notesSlide3.xml.rels" ContentType="application/vnd.openxmlformats-package.relationships+xml"/>
  <Override PartName="/ppt/notesSlides/_rels/notesSlide8.xml.rels" ContentType="application/vnd.openxmlformats-package.relationships+xml"/>
  <Override PartName="/ppt/notesSlides/_rels/notesSlide7.xml.rels" ContentType="application/vnd.openxmlformats-package.relationships+xml"/>
  <Override PartName="/ppt/notesSlides/_rels/notesSlide6.xml.rels" ContentType="application/vnd.openxmlformats-package.relationships+xml"/>
  <Override PartName="/ppt/notesSlides/_rels/notesSlide5.xml.rels" ContentType="application/vnd.openxmlformats-package.relationships+xml"/>
  <Override PartName="/ppt/notesSlides/_rels/notesSlide4.xml.rels" ContentType="application/vnd.openxmlformats-package.relationships+xml"/>
  <Override PartName="/ppt/notesSlides/_rels/notesSlide2.xml.rels" ContentType="application/vnd.openxmlformats-package.relationships+xml"/>
  <Override PartName="/ppt/notesSlides/_rels/notesSlide1.xml.rels" ContentType="application/vnd.openxmlformats-package.relationships+xml"/>
  <Override PartName="/ppt/notesSlides/notesSlide9.xml" ContentType="application/vnd.openxmlformats-officedocument.presentationml.notesSlid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 id="2147483650"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Lst>
  <p:sldSz cx="9144000" cy="5143500"/>
  <p:notesSz cx="5143500" cy="9144000"/>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slideMaster" Target="slideMasters/slideMaster2.xml"/><Relationship Id="rId4" Type="http://schemas.openxmlformats.org/officeDocument/2006/relationships/notesMaster" Target="notesMasters/notesMaster1.xml"/><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 Id="rId9" Type="http://schemas.openxmlformats.org/officeDocument/2006/relationships/slide" Target="slides/slide5.xml"/><Relationship Id="rId10" Type="http://schemas.openxmlformats.org/officeDocument/2006/relationships/slide" Target="slides/slide6.xml"/><Relationship Id="rId11" Type="http://schemas.openxmlformats.org/officeDocument/2006/relationships/slide" Target="slides/slide7.xml"/><Relationship Id="rId12" Type="http://schemas.openxmlformats.org/officeDocument/2006/relationships/slide" Target="slides/slide8.xml"/><Relationship Id="rId13" Type="http://schemas.openxmlformats.org/officeDocument/2006/relationships/slide" Target="slides/slide9.xml"/><Relationship Id="rId14" Type="http://schemas.openxmlformats.org/officeDocument/2006/relationships/slide" Target="slides/slide10.xml"/><Relationship Id="rId15" Type="http://schemas.openxmlformats.org/officeDocument/2006/relationships/presProps" Target="presProps.xml"/>
</Relationships>
</file>

<file path=ppt/notesMasters/_rels/notesMaster1.xml.rels><?xml version="1.0" encoding="UTF-8"?>
<Relationships xmlns="http://schemas.openxmlformats.org/package/2006/relationships"><Relationship Id="rId1" Type="http://schemas.openxmlformats.org/officeDocument/2006/relationships/theme" Target="../theme/theme3.xml"/>
</Relationships>
</file>

<file path=ppt/notesMasters/notesMaster1.xml><?xml version="1.0" encoding="utf-8"?>
<p:notes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 name="PlaceHolder 1"/>
          <p:cNvSpPr>
            <a:spLocks noGrp="1"/>
          </p:cNvSpPr>
          <p:nvPr>
            <p:ph type="sldImg"/>
          </p:nvPr>
        </p:nvSpPr>
        <p:spPr>
          <a:xfrm>
            <a:off x="216000" y="812520"/>
            <a:ext cx="7127280" cy="4008960"/>
          </a:xfrm>
          <a:prstGeom prst="rect">
            <a:avLst/>
          </a:prstGeom>
          <a:noFill/>
          <a:ln w="0">
            <a:noFill/>
          </a:ln>
        </p:spPr>
        <p:txBody>
          <a:bodyPr lIns="0" rIns="0" tIns="0" bIns="0" anchor="ctr">
            <a:noAutofit/>
          </a:bodyPr>
          <a:p>
            <a:r>
              <a:rPr b="0" lang="en-IN" sz="1400" spc="-1" strike="noStrike">
                <a:solidFill>
                  <a:srgbClr val="000000"/>
                </a:solidFill>
                <a:latin typeface="Arial"/>
              </a:rPr>
              <a:t>Click to move the slide</a:t>
            </a:r>
            <a:endParaRPr b="0" lang="en-IN" sz="1400" spc="-1" strike="noStrike">
              <a:solidFill>
                <a:srgbClr val="000000"/>
              </a:solidFill>
              <a:latin typeface="Arial"/>
            </a:endParaRPr>
          </a:p>
        </p:txBody>
      </p:sp>
      <p:sp>
        <p:nvSpPr>
          <p:cNvPr id="6" name="PlaceHolder 2"/>
          <p:cNvSpPr>
            <a:spLocks noGrp="1"/>
          </p:cNvSpPr>
          <p:nvPr>
            <p:ph type="body"/>
          </p:nvPr>
        </p:nvSpPr>
        <p:spPr>
          <a:xfrm>
            <a:off x="756000" y="5078520"/>
            <a:ext cx="6047640" cy="4811040"/>
          </a:xfrm>
          <a:prstGeom prst="rect">
            <a:avLst/>
          </a:prstGeom>
          <a:noFill/>
          <a:ln w="0">
            <a:noFill/>
          </a:ln>
        </p:spPr>
        <p:txBody>
          <a:bodyPr lIns="0" rIns="0" tIns="0" bIns="0" anchor="t">
            <a:noAutofit/>
          </a:bodyPr>
          <a:p>
            <a:pPr marL="216000" indent="-216000">
              <a:buNone/>
            </a:pPr>
            <a:r>
              <a:rPr b="0" lang="en-IN" sz="2000" spc="-1" strike="noStrike">
                <a:solidFill>
                  <a:srgbClr val="000000"/>
                </a:solidFill>
                <a:latin typeface="Arial"/>
              </a:rPr>
              <a:t>C</a:t>
            </a:r>
            <a:r>
              <a:rPr b="0" lang="en-IN" sz="2000" spc="-1" strike="noStrike">
                <a:solidFill>
                  <a:srgbClr val="000000"/>
                </a:solidFill>
                <a:latin typeface="Arial"/>
              </a:rPr>
              <a:t>l</a:t>
            </a:r>
            <a:r>
              <a:rPr b="0" lang="en-IN" sz="2000" spc="-1" strike="noStrike">
                <a:solidFill>
                  <a:srgbClr val="000000"/>
                </a:solidFill>
                <a:latin typeface="Arial"/>
              </a:rPr>
              <a:t>i</a:t>
            </a:r>
            <a:r>
              <a:rPr b="0" lang="en-IN" sz="2000" spc="-1" strike="noStrike">
                <a:solidFill>
                  <a:srgbClr val="000000"/>
                </a:solidFill>
                <a:latin typeface="Arial"/>
              </a:rPr>
              <a:t>c</a:t>
            </a:r>
            <a:r>
              <a:rPr b="0" lang="en-IN" sz="2000" spc="-1" strike="noStrike">
                <a:solidFill>
                  <a:srgbClr val="000000"/>
                </a:solidFill>
                <a:latin typeface="Arial"/>
              </a:rPr>
              <a:t>k</a:t>
            </a:r>
            <a:r>
              <a:rPr b="0" lang="en-IN" sz="2000" spc="-1" strike="noStrike">
                <a:solidFill>
                  <a:srgbClr val="000000"/>
                </a:solidFill>
                <a:latin typeface="Arial"/>
              </a:rPr>
              <a:t> </a:t>
            </a:r>
            <a:r>
              <a:rPr b="0" lang="en-IN" sz="2000" spc="-1" strike="noStrike">
                <a:solidFill>
                  <a:srgbClr val="000000"/>
                </a:solidFill>
                <a:latin typeface="Arial"/>
              </a:rPr>
              <a:t>t</a:t>
            </a:r>
            <a:r>
              <a:rPr b="0" lang="en-IN" sz="2000" spc="-1" strike="noStrike">
                <a:solidFill>
                  <a:srgbClr val="000000"/>
                </a:solidFill>
                <a:latin typeface="Arial"/>
              </a:rPr>
              <a:t>o</a:t>
            </a:r>
            <a:r>
              <a:rPr b="0" lang="en-IN" sz="2000" spc="-1" strike="noStrike">
                <a:solidFill>
                  <a:srgbClr val="000000"/>
                </a:solidFill>
                <a:latin typeface="Arial"/>
              </a:rPr>
              <a:t> </a:t>
            </a:r>
            <a:r>
              <a:rPr b="0" lang="en-IN" sz="2000" spc="-1" strike="noStrike">
                <a:solidFill>
                  <a:srgbClr val="000000"/>
                </a:solidFill>
                <a:latin typeface="Arial"/>
              </a:rPr>
              <a:t>e</a:t>
            </a:r>
            <a:r>
              <a:rPr b="0" lang="en-IN" sz="2000" spc="-1" strike="noStrike">
                <a:solidFill>
                  <a:srgbClr val="000000"/>
                </a:solidFill>
                <a:latin typeface="Arial"/>
              </a:rPr>
              <a:t>d</a:t>
            </a:r>
            <a:r>
              <a:rPr b="0" lang="en-IN" sz="2000" spc="-1" strike="noStrike">
                <a:solidFill>
                  <a:srgbClr val="000000"/>
                </a:solidFill>
                <a:latin typeface="Arial"/>
              </a:rPr>
              <a:t>i</a:t>
            </a:r>
            <a:r>
              <a:rPr b="0" lang="en-IN" sz="2000" spc="-1" strike="noStrike">
                <a:solidFill>
                  <a:srgbClr val="000000"/>
                </a:solidFill>
                <a:latin typeface="Arial"/>
              </a:rPr>
              <a:t>t</a:t>
            </a:r>
            <a:r>
              <a:rPr b="0" lang="en-IN" sz="2000" spc="-1" strike="noStrike">
                <a:solidFill>
                  <a:srgbClr val="000000"/>
                </a:solidFill>
                <a:latin typeface="Arial"/>
              </a:rPr>
              <a:t> </a:t>
            </a:r>
            <a:r>
              <a:rPr b="0" lang="en-IN" sz="2000" spc="-1" strike="noStrike">
                <a:solidFill>
                  <a:srgbClr val="000000"/>
                </a:solidFill>
                <a:latin typeface="Arial"/>
              </a:rPr>
              <a:t>t</a:t>
            </a:r>
            <a:r>
              <a:rPr b="0" lang="en-IN" sz="2000" spc="-1" strike="noStrike">
                <a:solidFill>
                  <a:srgbClr val="000000"/>
                </a:solidFill>
                <a:latin typeface="Arial"/>
              </a:rPr>
              <a:t>h</a:t>
            </a:r>
            <a:r>
              <a:rPr b="0" lang="en-IN" sz="2000" spc="-1" strike="noStrike">
                <a:solidFill>
                  <a:srgbClr val="000000"/>
                </a:solidFill>
                <a:latin typeface="Arial"/>
              </a:rPr>
              <a:t>e</a:t>
            </a:r>
            <a:r>
              <a:rPr b="0" lang="en-IN" sz="2000" spc="-1" strike="noStrike">
                <a:solidFill>
                  <a:srgbClr val="000000"/>
                </a:solidFill>
                <a:latin typeface="Arial"/>
              </a:rPr>
              <a:t> </a:t>
            </a:r>
            <a:r>
              <a:rPr b="0" lang="en-IN" sz="2000" spc="-1" strike="noStrike">
                <a:solidFill>
                  <a:srgbClr val="000000"/>
                </a:solidFill>
                <a:latin typeface="Arial"/>
              </a:rPr>
              <a:t>n</a:t>
            </a:r>
            <a:r>
              <a:rPr b="0" lang="en-IN" sz="2000" spc="-1" strike="noStrike">
                <a:solidFill>
                  <a:srgbClr val="000000"/>
                </a:solidFill>
                <a:latin typeface="Arial"/>
              </a:rPr>
              <a:t>o</a:t>
            </a:r>
            <a:r>
              <a:rPr b="0" lang="en-IN" sz="2000" spc="-1" strike="noStrike">
                <a:solidFill>
                  <a:srgbClr val="000000"/>
                </a:solidFill>
                <a:latin typeface="Arial"/>
              </a:rPr>
              <a:t>t</a:t>
            </a:r>
            <a:r>
              <a:rPr b="0" lang="en-IN" sz="2000" spc="-1" strike="noStrike">
                <a:solidFill>
                  <a:srgbClr val="000000"/>
                </a:solidFill>
                <a:latin typeface="Arial"/>
              </a:rPr>
              <a:t>e</a:t>
            </a:r>
            <a:r>
              <a:rPr b="0" lang="en-IN" sz="2000" spc="-1" strike="noStrike">
                <a:solidFill>
                  <a:srgbClr val="000000"/>
                </a:solidFill>
                <a:latin typeface="Arial"/>
              </a:rPr>
              <a:t>s</a:t>
            </a:r>
            <a:r>
              <a:rPr b="0" lang="en-IN" sz="2000" spc="-1" strike="noStrike">
                <a:solidFill>
                  <a:srgbClr val="000000"/>
                </a:solidFill>
                <a:latin typeface="Arial"/>
              </a:rPr>
              <a:t> </a:t>
            </a:r>
            <a:r>
              <a:rPr b="0" lang="en-IN" sz="2000" spc="-1" strike="noStrike">
                <a:solidFill>
                  <a:srgbClr val="000000"/>
                </a:solidFill>
                <a:latin typeface="Arial"/>
              </a:rPr>
              <a:t>f</a:t>
            </a:r>
            <a:r>
              <a:rPr b="0" lang="en-IN" sz="2000" spc="-1" strike="noStrike">
                <a:solidFill>
                  <a:srgbClr val="000000"/>
                </a:solidFill>
                <a:latin typeface="Arial"/>
              </a:rPr>
              <a:t>o</a:t>
            </a:r>
            <a:r>
              <a:rPr b="0" lang="en-IN" sz="2000" spc="-1" strike="noStrike">
                <a:solidFill>
                  <a:srgbClr val="000000"/>
                </a:solidFill>
                <a:latin typeface="Arial"/>
              </a:rPr>
              <a:t>r</a:t>
            </a:r>
            <a:r>
              <a:rPr b="0" lang="en-IN" sz="2000" spc="-1" strike="noStrike">
                <a:solidFill>
                  <a:srgbClr val="000000"/>
                </a:solidFill>
                <a:latin typeface="Arial"/>
              </a:rPr>
              <a:t>m</a:t>
            </a:r>
            <a:r>
              <a:rPr b="0" lang="en-IN" sz="2000" spc="-1" strike="noStrike">
                <a:solidFill>
                  <a:srgbClr val="000000"/>
                </a:solidFill>
                <a:latin typeface="Arial"/>
              </a:rPr>
              <a:t>a</a:t>
            </a:r>
            <a:r>
              <a:rPr b="0" lang="en-IN" sz="2000" spc="-1" strike="noStrike">
                <a:solidFill>
                  <a:srgbClr val="000000"/>
                </a:solidFill>
                <a:latin typeface="Arial"/>
              </a:rPr>
              <a:t>t</a:t>
            </a:r>
            <a:endParaRPr b="0" lang="en-IN" sz="2000" spc="-1" strike="noStrike">
              <a:solidFill>
                <a:srgbClr val="000000"/>
              </a:solidFill>
              <a:latin typeface="Arial"/>
            </a:endParaRPr>
          </a:p>
        </p:txBody>
      </p:sp>
      <p:sp>
        <p:nvSpPr>
          <p:cNvPr id="7" name="PlaceHolder 3"/>
          <p:cNvSpPr>
            <a:spLocks noGrp="1"/>
          </p:cNvSpPr>
          <p:nvPr>
            <p:ph type="hdr"/>
          </p:nvPr>
        </p:nvSpPr>
        <p:spPr>
          <a:xfrm>
            <a:off x="0" y="0"/>
            <a:ext cx="3280680" cy="534240"/>
          </a:xfrm>
          <a:prstGeom prst="rect">
            <a:avLst/>
          </a:prstGeom>
          <a:noFill/>
          <a:ln w="0">
            <a:noFill/>
          </a:ln>
        </p:spPr>
        <p:txBody>
          <a:bodyPr lIns="0" rIns="0" tIns="0" bIns="0" anchor="t">
            <a:noAutofit/>
          </a:bodyPr>
          <a:p>
            <a:pPr indent="0">
              <a:buNone/>
            </a:pPr>
            <a:r>
              <a:rPr b="0" lang="en-IN" sz="1400" spc="-1" strike="noStrike">
                <a:solidFill>
                  <a:srgbClr val="000000"/>
                </a:solidFill>
                <a:latin typeface="Times New Roman"/>
              </a:rPr>
              <a:t>&lt;header&gt;</a:t>
            </a:r>
            <a:endParaRPr b="0" lang="en-IN" sz="1400" spc="-1" strike="noStrike">
              <a:solidFill>
                <a:srgbClr val="000000"/>
              </a:solidFill>
              <a:latin typeface="Times New Roman"/>
            </a:endParaRPr>
          </a:p>
        </p:txBody>
      </p:sp>
      <p:sp>
        <p:nvSpPr>
          <p:cNvPr id="8" name="PlaceHolder 4"/>
          <p:cNvSpPr>
            <a:spLocks noGrp="1"/>
          </p:cNvSpPr>
          <p:nvPr>
            <p:ph type="dt" idx="1"/>
          </p:nvPr>
        </p:nvSpPr>
        <p:spPr>
          <a:xfrm>
            <a:off x="4278960" y="0"/>
            <a:ext cx="3280680" cy="534240"/>
          </a:xfrm>
          <a:prstGeom prst="rect">
            <a:avLst/>
          </a:prstGeom>
          <a:noFill/>
          <a:ln w="0">
            <a:noFill/>
          </a:ln>
        </p:spPr>
        <p:txBody>
          <a:bodyPr lIns="0" rIns="0" tIns="0" bIns="0" anchor="t">
            <a:noAutofit/>
          </a:bodyPr>
          <a:lstStyle>
            <a:lvl1pPr indent="0" algn="r">
              <a:buNone/>
              <a:defRPr b="0" lang="en-IN" sz="1400" spc="-1" strike="noStrike">
                <a:solidFill>
                  <a:srgbClr val="000000"/>
                </a:solidFill>
                <a:latin typeface="Times New Roman"/>
              </a:defRPr>
            </a:lvl1pPr>
          </a:lstStyle>
          <a:p>
            <a:pPr indent="0" algn="r">
              <a:buNone/>
            </a:pPr>
            <a:r>
              <a:rPr b="0" lang="en-IN" sz="1400" spc="-1" strike="noStrike">
                <a:solidFill>
                  <a:srgbClr val="000000"/>
                </a:solidFill>
                <a:latin typeface="Times New Roman"/>
              </a:rPr>
              <a:t>&lt;date/time&gt;</a:t>
            </a:r>
            <a:endParaRPr b="0" lang="en-IN" sz="1400" spc="-1" strike="noStrike">
              <a:solidFill>
                <a:srgbClr val="000000"/>
              </a:solidFill>
              <a:latin typeface="Times New Roman"/>
            </a:endParaRPr>
          </a:p>
        </p:txBody>
      </p:sp>
      <p:sp>
        <p:nvSpPr>
          <p:cNvPr id="9" name="PlaceHolder 5"/>
          <p:cNvSpPr>
            <a:spLocks noGrp="1"/>
          </p:cNvSpPr>
          <p:nvPr>
            <p:ph type="ftr" idx="2"/>
          </p:nvPr>
        </p:nvSpPr>
        <p:spPr>
          <a:xfrm>
            <a:off x="0" y="10157400"/>
            <a:ext cx="3280680" cy="534240"/>
          </a:xfrm>
          <a:prstGeom prst="rect">
            <a:avLst/>
          </a:prstGeom>
          <a:noFill/>
          <a:ln w="0">
            <a:noFill/>
          </a:ln>
        </p:spPr>
        <p:txBody>
          <a:bodyPr lIns="0" rIns="0" tIns="0" bIns="0" anchor="b">
            <a:noAutofit/>
          </a:bodyPr>
          <a:lstStyle>
            <a:lvl1pPr indent="0">
              <a:buNone/>
              <a:defRPr b="0" lang="en-IN" sz="1400" spc="-1" strike="noStrike">
                <a:solidFill>
                  <a:srgbClr val="000000"/>
                </a:solidFill>
                <a:latin typeface="Times New Roman"/>
              </a:defRPr>
            </a:lvl1pPr>
          </a:lstStyle>
          <a:p>
            <a:pPr indent="0">
              <a:buNone/>
            </a:pPr>
            <a:r>
              <a:rPr b="0" lang="en-IN" sz="1400" spc="-1" strike="noStrike">
                <a:solidFill>
                  <a:srgbClr val="000000"/>
                </a:solidFill>
                <a:latin typeface="Times New Roman"/>
              </a:rPr>
              <a:t>&lt;footer&gt;</a:t>
            </a:r>
            <a:endParaRPr b="0" lang="en-IN" sz="1400" spc="-1" strike="noStrike">
              <a:solidFill>
                <a:srgbClr val="000000"/>
              </a:solidFill>
              <a:latin typeface="Times New Roman"/>
            </a:endParaRPr>
          </a:p>
        </p:txBody>
      </p:sp>
      <p:sp>
        <p:nvSpPr>
          <p:cNvPr id="10" name="PlaceHolder 6"/>
          <p:cNvSpPr>
            <a:spLocks noGrp="1"/>
          </p:cNvSpPr>
          <p:nvPr>
            <p:ph type="sldNum" idx="3"/>
          </p:nvPr>
        </p:nvSpPr>
        <p:spPr>
          <a:xfrm>
            <a:off x="4278960" y="10157400"/>
            <a:ext cx="3280680" cy="534240"/>
          </a:xfrm>
          <a:prstGeom prst="rect">
            <a:avLst/>
          </a:prstGeom>
          <a:noFill/>
          <a:ln w="0">
            <a:noFill/>
          </a:ln>
        </p:spPr>
        <p:txBody>
          <a:bodyPr lIns="0" rIns="0" tIns="0" bIns="0" anchor="b">
            <a:noAutofit/>
          </a:bodyPr>
          <a:lstStyle>
            <a:lvl1pPr indent="0" algn="r">
              <a:buNone/>
              <a:defRPr b="0" lang="en-IN" sz="1400" spc="-1" strike="noStrike">
                <a:solidFill>
                  <a:srgbClr val="000000"/>
                </a:solidFill>
                <a:latin typeface="Times New Roman"/>
              </a:defRPr>
            </a:lvl1pPr>
          </a:lstStyle>
          <a:p>
            <a:pPr indent="0" algn="r">
              <a:buNone/>
            </a:pPr>
            <a:fld id="{344BC56C-1D77-4142-8C3E-34381CDD4E42}" type="slidenum">
              <a:rPr b="0" lang="en-IN" sz="1400" spc="-1" strike="noStrike">
                <a:solidFill>
                  <a:srgbClr val="000000"/>
                </a:solidFill>
                <a:latin typeface="Times New Roman"/>
              </a:rPr>
              <a:t>&lt;number&gt;</a:t>
            </a:fld>
            <a:endParaRPr b="0" lang="en-IN"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notesMaster>
</file>

<file path=ppt/notesSlides/_rels/notesSlide1.xml.rels><?xml version="1.0" encoding="UTF-8"?>
<Relationships xmlns="http://schemas.openxmlformats.org/package/2006/relationships"><Relationship Id="rId1" Type="http://schemas.openxmlformats.org/officeDocument/2006/relationships/slide" Target="../slides/slide1.xml"/><Relationship Id="rId2" Type="http://schemas.openxmlformats.org/officeDocument/2006/relationships/notesMaster" Target="../notesMasters/notesMaster1.xml"/>
</Relationships>
</file>

<file path=ppt/notesSlides/_rels/notesSlide2.xml.rels><?xml version="1.0" encoding="UTF-8"?>
<Relationships xmlns="http://schemas.openxmlformats.org/package/2006/relationships"><Relationship Id="rId1" Type="http://schemas.openxmlformats.org/officeDocument/2006/relationships/slide" Target="../slides/slide2.xml"/><Relationship Id="rId2" Type="http://schemas.openxmlformats.org/officeDocument/2006/relationships/notesMaster" Target="../notesMasters/notesMaster1.xml"/>
</Relationships>
</file>

<file path=ppt/notesSlides/_rels/notesSlide3.xml.rels><?xml version="1.0" encoding="UTF-8"?>
<Relationships xmlns="http://schemas.openxmlformats.org/package/2006/relationships"><Relationship Id="rId1" Type="http://schemas.openxmlformats.org/officeDocument/2006/relationships/slide" Target="../slides/slide3.xml"/><Relationship Id="rId2" Type="http://schemas.openxmlformats.org/officeDocument/2006/relationships/notesMaster" Target="../notesMasters/notesMaster1.xml"/>
</Relationships>
</file>

<file path=ppt/notesSlides/_rels/notesSlide4.xml.rels><?xml version="1.0" encoding="UTF-8"?>
<Relationships xmlns="http://schemas.openxmlformats.org/package/2006/relationships"><Relationship Id="rId1" Type="http://schemas.openxmlformats.org/officeDocument/2006/relationships/slide" Target="../slides/slide4.xml"/><Relationship Id="rId2" Type="http://schemas.openxmlformats.org/officeDocument/2006/relationships/notesMaster" Target="../notesMasters/notesMaster1.xml"/>
</Relationships>
</file>

<file path=ppt/notesSlides/_rels/notesSlide5.xml.rels><?xml version="1.0" encoding="UTF-8"?>
<Relationships xmlns="http://schemas.openxmlformats.org/package/2006/relationships"><Relationship Id="rId1" Type="http://schemas.openxmlformats.org/officeDocument/2006/relationships/slide" Target="../slides/slide5.xml"/><Relationship Id="rId2" Type="http://schemas.openxmlformats.org/officeDocument/2006/relationships/notesMaster" Target="../notesMasters/notesMaster1.xml"/>
</Relationships>
</file>

<file path=ppt/notesSlides/_rels/notesSlide6.xml.rels><?xml version="1.0" encoding="UTF-8"?>
<Relationships xmlns="http://schemas.openxmlformats.org/package/2006/relationships"><Relationship Id="rId1" Type="http://schemas.openxmlformats.org/officeDocument/2006/relationships/slide" Target="../slides/slide6.xml"/><Relationship Id="rId2" Type="http://schemas.openxmlformats.org/officeDocument/2006/relationships/notesMaster" Target="../notesMasters/notesMaster1.xml"/>
</Relationships>
</file>

<file path=ppt/notesSlides/_rels/notesSlide7.xml.rels><?xml version="1.0" encoding="UTF-8"?>
<Relationships xmlns="http://schemas.openxmlformats.org/package/2006/relationships"><Relationship Id="rId1" Type="http://schemas.openxmlformats.org/officeDocument/2006/relationships/slide" Target="../slides/slide7.xml"/><Relationship Id="rId2" Type="http://schemas.openxmlformats.org/officeDocument/2006/relationships/notesMaster" Target="../notesMasters/notesMaster1.xml"/>
</Relationships>
</file>

<file path=ppt/notesSlides/_rels/notesSlide8.xml.rels><?xml version="1.0" encoding="UTF-8"?>
<Relationships xmlns="http://schemas.openxmlformats.org/package/2006/relationships"><Relationship Id="rId1" Type="http://schemas.openxmlformats.org/officeDocument/2006/relationships/slide" Target="../slides/slide8.xml"/><Relationship Id="rId2" Type="http://schemas.openxmlformats.org/officeDocument/2006/relationships/notesMaster" Target="../notesMasters/notesMaster1.xml"/>
</Relationships>
</file>

<file path=ppt/notesSlides/_rels/notesSlide9.xml.rels><?xml version="1.0" encoding="UTF-8"?>
<Relationships xmlns="http://schemas.openxmlformats.org/package/2006/relationships"><Relationship Id="rId1" Type="http://schemas.openxmlformats.org/officeDocument/2006/relationships/slide" Target="../slides/slide9.xml"/><Relationship Id="rId2" Type="http://schemas.openxmlformats.org/officeDocument/2006/relationships/notesMaster" Target="../notesMasters/notesMaster1.xml"/>
</Relationships>
</file>

<file path=ppt/notesSlides/_rels/notesSlide10.xml.rels><?xml version="1.0" encoding="UTF-8"?>
<Relationships xmlns="http://schemas.openxmlformats.org/package/2006/relationships"><Relationship Id="rId1" Type="http://schemas.openxmlformats.org/officeDocument/2006/relationships/slide" Target="../slides/slide10.xml"/><Relationship Id="rId2" Type="http://schemas.openxmlformats.org/officeDocument/2006/relationships/notesMaster" Target="../notesMasters/notesMaster1.xml"/>
</Relationships>
</file>

<file path=ppt/notesSlides/notesSlide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70" name="PlaceHolder 1"/>
          <p:cNvSpPr>
            <a:spLocks noGrp="1"/>
          </p:cNvSpPr>
          <p:nvPr>
            <p:ph type="sldImg"/>
          </p:nvPr>
        </p:nvSpPr>
        <p:spPr>
          <a:xfrm>
            <a:off x="685800" y="1143000"/>
            <a:ext cx="5486040" cy="3085920"/>
          </a:xfrm>
          <a:prstGeom prst="rect">
            <a:avLst/>
          </a:prstGeom>
          <a:ln w="0">
            <a:noFill/>
          </a:ln>
        </p:spPr>
      </p:sp>
      <p:sp>
        <p:nvSpPr>
          <p:cNvPr id="171"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marL="216000" indent="-216000">
              <a:buNone/>
            </a:pPr>
            <a:endParaRPr b="0" lang="en-IN" sz="1200" spc="-1" strike="noStrike">
              <a:solidFill>
                <a:schemeClr val="dk1"/>
              </a:solidFill>
              <a:latin typeface="Calibri"/>
              <a:ea typeface="Calibri"/>
            </a:endParaRPr>
          </a:p>
        </p:txBody>
      </p:sp>
      <p:sp>
        <p:nvSpPr>
          <p:cNvPr id="172" name="PlaceHolder 3"/>
          <p:cNvSpPr>
            <a:spLocks noGrp="1"/>
          </p:cNvSpPr>
          <p:nvPr>
            <p:ph type="sldNum" idx="4"/>
          </p:nvPr>
        </p:nvSpPr>
        <p:spPr>
          <a:xfrm>
            <a:off x="3884760" y="8685360"/>
            <a:ext cx="2971440" cy="458280"/>
          </a:xfrm>
          <a:prstGeom prst="rect">
            <a:avLst/>
          </a:prstGeom>
          <a:noFill/>
          <a:ln w="0">
            <a:noFill/>
          </a:ln>
        </p:spPr>
        <p:txBody>
          <a:bodyPr lIns="91440" rIns="91440" tIns="45720" bIns="45720" anchor="b">
            <a:noAutofit/>
          </a:bodyPr>
          <a:lstStyle>
            <a:lvl1pPr indent="0" algn="r">
              <a:lnSpc>
                <a:spcPct val="100000"/>
              </a:lnSpc>
              <a:buNone/>
              <a:tabLst>
                <a:tab algn="l" pos="0"/>
              </a:tabLst>
              <a:defRPr b="0" lang="en-US" sz="1400" spc="-1" strike="noStrike">
                <a:solidFill>
                  <a:srgbClr val="000000"/>
                </a:solidFill>
                <a:latin typeface="Times New Roman"/>
              </a:defRPr>
            </a:lvl1pPr>
          </a:lstStyle>
          <a:p>
            <a:pPr indent="0" algn="r">
              <a:lnSpc>
                <a:spcPct val="100000"/>
              </a:lnSpc>
              <a:buNone/>
              <a:tabLst>
                <a:tab algn="l" pos="0"/>
              </a:tabLst>
            </a:pPr>
            <a:fld id="{A544C104-91B2-43C5-BF62-D03B906F6F39}" type="slidenum">
              <a:rPr b="0" lang="en-US" sz="1400" spc="-1" strike="noStrike">
                <a:solidFill>
                  <a:srgbClr val="000000"/>
                </a:solidFill>
                <a:latin typeface="Times New Roman"/>
              </a:rPr>
              <a:t>&lt;number&gt;</a:t>
            </a:fld>
            <a:endParaRPr b="0" lang="en-IN" sz="1400" spc="-1" strike="noStrike">
              <a:solidFill>
                <a:srgbClr val="000000"/>
              </a:solidFill>
              <a:latin typeface="Times New Roman"/>
            </a:endParaRPr>
          </a:p>
        </p:txBody>
      </p:sp>
    </p:spTree>
  </p:cSld>
</p:notes>
</file>

<file path=ppt/notesSlides/notesSlide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73" name="PlaceHolder 1"/>
          <p:cNvSpPr>
            <a:spLocks noGrp="1"/>
          </p:cNvSpPr>
          <p:nvPr>
            <p:ph type="sldImg"/>
          </p:nvPr>
        </p:nvSpPr>
        <p:spPr>
          <a:xfrm>
            <a:off x="685800" y="1143000"/>
            <a:ext cx="5486040" cy="3085920"/>
          </a:xfrm>
          <a:prstGeom prst="rect">
            <a:avLst/>
          </a:prstGeom>
          <a:ln w="0">
            <a:noFill/>
          </a:ln>
        </p:spPr>
      </p:sp>
      <p:sp>
        <p:nvSpPr>
          <p:cNvPr id="174"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marL="216000" indent="-216000">
              <a:buNone/>
            </a:pPr>
            <a:endParaRPr b="0" lang="en-IN" sz="1200" spc="-1" strike="noStrike">
              <a:solidFill>
                <a:schemeClr val="dk1"/>
              </a:solidFill>
              <a:latin typeface="Calibri"/>
              <a:ea typeface="Calibri"/>
            </a:endParaRPr>
          </a:p>
        </p:txBody>
      </p:sp>
      <p:sp>
        <p:nvSpPr>
          <p:cNvPr id="175" name="PlaceHolder 3"/>
          <p:cNvSpPr>
            <a:spLocks noGrp="1"/>
          </p:cNvSpPr>
          <p:nvPr>
            <p:ph type="sldNum" idx="5"/>
          </p:nvPr>
        </p:nvSpPr>
        <p:spPr>
          <a:xfrm>
            <a:off x="3884760" y="8685360"/>
            <a:ext cx="2971440" cy="458280"/>
          </a:xfrm>
          <a:prstGeom prst="rect">
            <a:avLst/>
          </a:prstGeom>
          <a:noFill/>
          <a:ln w="0">
            <a:noFill/>
          </a:ln>
        </p:spPr>
        <p:txBody>
          <a:bodyPr lIns="91440" rIns="91440" tIns="45720" bIns="45720" anchor="b">
            <a:noAutofit/>
          </a:bodyPr>
          <a:lstStyle>
            <a:lvl1pPr indent="0" algn="r">
              <a:lnSpc>
                <a:spcPct val="100000"/>
              </a:lnSpc>
              <a:buNone/>
              <a:tabLst>
                <a:tab algn="l" pos="0"/>
              </a:tabLst>
              <a:defRPr b="0" lang="en-US" sz="1400" spc="-1" strike="noStrike">
                <a:solidFill>
                  <a:srgbClr val="000000"/>
                </a:solidFill>
                <a:latin typeface="Times New Roman"/>
              </a:defRPr>
            </a:lvl1pPr>
          </a:lstStyle>
          <a:p>
            <a:pPr indent="0" algn="r">
              <a:lnSpc>
                <a:spcPct val="100000"/>
              </a:lnSpc>
              <a:buNone/>
              <a:tabLst>
                <a:tab algn="l" pos="0"/>
              </a:tabLst>
            </a:pPr>
            <a:fld id="{AB69F0D8-D417-43E8-A32F-5B2E94A8A33B}" type="slidenum">
              <a:rPr b="0" lang="en-US" sz="1400" spc="-1" strike="noStrike">
                <a:solidFill>
                  <a:srgbClr val="000000"/>
                </a:solidFill>
                <a:latin typeface="Times New Roman"/>
              </a:rPr>
              <a:t>&lt;number&gt;</a:t>
            </a:fld>
            <a:endParaRPr b="0" lang="en-IN" sz="1400" spc="-1" strike="noStrike">
              <a:solidFill>
                <a:srgbClr val="000000"/>
              </a:solidFill>
              <a:latin typeface="Times New Roman"/>
            </a:endParaRPr>
          </a:p>
        </p:txBody>
      </p:sp>
    </p:spTree>
  </p:cSld>
</p:notes>
</file>

<file path=ppt/notesSlides/notesSlide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76" name="PlaceHolder 1"/>
          <p:cNvSpPr>
            <a:spLocks noGrp="1"/>
          </p:cNvSpPr>
          <p:nvPr>
            <p:ph type="sldImg"/>
          </p:nvPr>
        </p:nvSpPr>
        <p:spPr>
          <a:xfrm>
            <a:off x="685800" y="1143000"/>
            <a:ext cx="5486040" cy="3085920"/>
          </a:xfrm>
          <a:prstGeom prst="rect">
            <a:avLst/>
          </a:prstGeom>
          <a:ln w="0">
            <a:noFill/>
          </a:ln>
        </p:spPr>
      </p:sp>
      <p:sp>
        <p:nvSpPr>
          <p:cNvPr id="177"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marL="216000" indent="-216000">
              <a:buNone/>
            </a:pPr>
            <a:endParaRPr b="0" lang="en-IN" sz="1200" spc="-1" strike="noStrike">
              <a:solidFill>
                <a:schemeClr val="dk1"/>
              </a:solidFill>
              <a:latin typeface="Calibri"/>
              <a:ea typeface="Calibri"/>
            </a:endParaRPr>
          </a:p>
        </p:txBody>
      </p:sp>
      <p:sp>
        <p:nvSpPr>
          <p:cNvPr id="178" name="PlaceHolder 3"/>
          <p:cNvSpPr>
            <a:spLocks noGrp="1"/>
          </p:cNvSpPr>
          <p:nvPr>
            <p:ph type="sldNum" idx="6"/>
          </p:nvPr>
        </p:nvSpPr>
        <p:spPr>
          <a:xfrm>
            <a:off x="3884760" y="8685360"/>
            <a:ext cx="2971440" cy="458280"/>
          </a:xfrm>
          <a:prstGeom prst="rect">
            <a:avLst/>
          </a:prstGeom>
          <a:noFill/>
          <a:ln w="0">
            <a:noFill/>
          </a:ln>
        </p:spPr>
        <p:txBody>
          <a:bodyPr lIns="91440" rIns="91440" tIns="45720" bIns="45720" anchor="b">
            <a:noAutofit/>
          </a:bodyPr>
          <a:lstStyle>
            <a:lvl1pPr indent="0" algn="r">
              <a:lnSpc>
                <a:spcPct val="100000"/>
              </a:lnSpc>
              <a:buNone/>
              <a:tabLst>
                <a:tab algn="l" pos="0"/>
              </a:tabLst>
              <a:defRPr b="0" lang="en-US" sz="1400" spc="-1" strike="noStrike">
                <a:solidFill>
                  <a:srgbClr val="000000"/>
                </a:solidFill>
                <a:latin typeface="Times New Roman"/>
              </a:defRPr>
            </a:lvl1pPr>
          </a:lstStyle>
          <a:p>
            <a:pPr indent="0" algn="r">
              <a:lnSpc>
                <a:spcPct val="100000"/>
              </a:lnSpc>
              <a:buNone/>
              <a:tabLst>
                <a:tab algn="l" pos="0"/>
              </a:tabLst>
            </a:pPr>
            <a:fld id="{612358F9-C135-4426-A1D8-939C263B0104}" type="slidenum">
              <a:rPr b="0" lang="en-US" sz="1400" spc="-1" strike="noStrike">
                <a:solidFill>
                  <a:srgbClr val="000000"/>
                </a:solidFill>
                <a:latin typeface="Times New Roman"/>
              </a:rPr>
              <a:t>&lt;number&gt;</a:t>
            </a:fld>
            <a:endParaRPr b="0" lang="en-IN" sz="1400" spc="-1" strike="noStrike">
              <a:solidFill>
                <a:srgbClr val="000000"/>
              </a:solidFill>
              <a:latin typeface="Times New Roman"/>
            </a:endParaRPr>
          </a:p>
        </p:txBody>
      </p:sp>
    </p:spTree>
  </p:cSld>
</p:notes>
</file>

<file path=ppt/notesSlides/notesSlide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79" name="PlaceHolder 1"/>
          <p:cNvSpPr>
            <a:spLocks noGrp="1"/>
          </p:cNvSpPr>
          <p:nvPr>
            <p:ph type="sldImg"/>
          </p:nvPr>
        </p:nvSpPr>
        <p:spPr>
          <a:xfrm>
            <a:off x="685800" y="1143000"/>
            <a:ext cx="5486040" cy="3085920"/>
          </a:xfrm>
          <a:prstGeom prst="rect">
            <a:avLst/>
          </a:prstGeom>
          <a:ln w="0">
            <a:noFill/>
          </a:ln>
        </p:spPr>
      </p:sp>
      <p:sp>
        <p:nvSpPr>
          <p:cNvPr id="180"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marL="216000" indent="-216000">
              <a:buNone/>
            </a:pPr>
            <a:endParaRPr b="0" lang="en-IN" sz="1200" spc="-1" strike="noStrike">
              <a:solidFill>
                <a:schemeClr val="dk1"/>
              </a:solidFill>
              <a:latin typeface="Calibri"/>
              <a:ea typeface="Calibri"/>
            </a:endParaRPr>
          </a:p>
        </p:txBody>
      </p:sp>
      <p:sp>
        <p:nvSpPr>
          <p:cNvPr id="181" name="PlaceHolder 3"/>
          <p:cNvSpPr>
            <a:spLocks noGrp="1"/>
          </p:cNvSpPr>
          <p:nvPr>
            <p:ph type="sldNum" idx="7"/>
          </p:nvPr>
        </p:nvSpPr>
        <p:spPr>
          <a:xfrm>
            <a:off x="3884760" y="8685360"/>
            <a:ext cx="2971440" cy="458280"/>
          </a:xfrm>
          <a:prstGeom prst="rect">
            <a:avLst/>
          </a:prstGeom>
          <a:noFill/>
          <a:ln w="0">
            <a:noFill/>
          </a:ln>
        </p:spPr>
        <p:txBody>
          <a:bodyPr lIns="91440" rIns="91440" tIns="45720" bIns="45720" anchor="b">
            <a:noAutofit/>
          </a:bodyPr>
          <a:lstStyle>
            <a:lvl1pPr indent="0" algn="r">
              <a:lnSpc>
                <a:spcPct val="100000"/>
              </a:lnSpc>
              <a:buNone/>
              <a:tabLst>
                <a:tab algn="l" pos="0"/>
              </a:tabLst>
              <a:defRPr b="0" lang="en-US" sz="1400" spc="-1" strike="noStrike">
                <a:solidFill>
                  <a:srgbClr val="000000"/>
                </a:solidFill>
                <a:latin typeface="Times New Roman"/>
              </a:defRPr>
            </a:lvl1pPr>
          </a:lstStyle>
          <a:p>
            <a:pPr indent="0" algn="r">
              <a:lnSpc>
                <a:spcPct val="100000"/>
              </a:lnSpc>
              <a:buNone/>
              <a:tabLst>
                <a:tab algn="l" pos="0"/>
              </a:tabLst>
            </a:pPr>
            <a:fld id="{89FD2213-990E-483F-AF67-E05DBC4C5AA2}" type="slidenum">
              <a:rPr b="0" lang="en-US" sz="1400" spc="-1" strike="noStrike">
                <a:solidFill>
                  <a:srgbClr val="000000"/>
                </a:solidFill>
                <a:latin typeface="Times New Roman"/>
              </a:rPr>
              <a:t>&lt;number&gt;</a:t>
            </a:fld>
            <a:endParaRPr b="0" lang="en-IN" sz="1400" spc="-1" strike="noStrike">
              <a:solidFill>
                <a:srgbClr val="000000"/>
              </a:solidFill>
              <a:latin typeface="Times New Roman"/>
            </a:endParaRPr>
          </a:p>
        </p:txBody>
      </p:sp>
    </p:spTree>
  </p:cSld>
</p:notes>
</file>

<file path=ppt/notesSlides/notesSlide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82" name="PlaceHolder 1"/>
          <p:cNvSpPr>
            <a:spLocks noGrp="1"/>
          </p:cNvSpPr>
          <p:nvPr>
            <p:ph type="sldImg"/>
          </p:nvPr>
        </p:nvSpPr>
        <p:spPr>
          <a:xfrm>
            <a:off x="685800" y="1143000"/>
            <a:ext cx="5486040" cy="3085920"/>
          </a:xfrm>
          <a:prstGeom prst="rect">
            <a:avLst/>
          </a:prstGeom>
          <a:ln w="0">
            <a:noFill/>
          </a:ln>
        </p:spPr>
      </p:sp>
      <p:sp>
        <p:nvSpPr>
          <p:cNvPr id="183"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marL="216000" indent="-216000">
              <a:buNone/>
            </a:pPr>
            <a:endParaRPr b="0" lang="en-IN" sz="1200" spc="-1" strike="noStrike">
              <a:solidFill>
                <a:schemeClr val="dk1"/>
              </a:solidFill>
              <a:latin typeface="Calibri"/>
              <a:ea typeface="Calibri"/>
            </a:endParaRPr>
          </a:p>
        </p:txBody>
      </p:sp>
      <p:sp>
        <p:nvSpPr>
          <p:cNvPr id="184" name="PlaceHolder 3"/>
          <p:cNvSpPr>
            <a:spLocks noGrp="1"/>
          </p:cNvSpPr>
          <p:nvPr>
            <p:ph type="sldNum" idx="8"/>
          </p:nvPr>
        </p:nvSpPr>
        <p:spPr>
          <a:xfrm>
            <a:off x="3884760" y="8685360"/>
            <a:ext cx="2971440" cy="458280"/>
          </a:xfrm>
          <a:prstGeom prst="rect">
            <a:avLst/>
          </a:prstGeom>
          <a:noFill/>
          <a:ln w="0">
            <a:noFill/>
          </a:ln>
        </p:spPr>
        <p:txBody>
          <a:bodyPr lIns="91440" rIns="91440" tIns="45720" bIns="45720" anchor="b">
            <a:noAutofit/>
          </a:bodyPr>
          <a:lstStyle>
            <a:lvl1pPr indent="0" algn="r">
              <a:lnSpc>
                <a:spcPct val="100000"/>
              </a:lnSpc>
              <a:buNone/>
              <a:tabLst>
                <a:tab algn="l" pos="0"/>
              </a:tabLst>
              <a:defRPr b="0" lang="en-US" sz="1400" spc="-1" strike="noStrike">
                <a:solidFill>
                  <a:srgbClr val="000000"/>
                </a:solidFill>
                <a:latin typeface="Times New Roman"/>
              </a:defRPr>
            </a:lvl1pPr>
          </a:lstStyle>
          <a:p>
            <a:pPr indent="0" algn="r">
              <a:lnSpc>
                <a:spcPct val="100000"/>
              </a:lnSpc>
              <a:buNone/>
              <a:tabLst>
                <a:tab algn="l" pos="0"/>
              </a:tabLst>
            </a:pPr>
            <a:fld id="{4AFBEF64-32AE-4F92-B4B8-650BE69C41C1}" type="slidenum">
              <a:rPr b="0" lang="en-US" sz="1400" spc="-1" strike="noStrike">
                <a:solidFill>
                  <a:srgbClr val="000000"/>
                </a:solidFill>
                <a:latin typeface="Times New Roman"/>
              </a:rPr>
              <a:t>&lt;number&gt;</a:t>
            </a:fld>
            <a:endParaRPr b="0" lang="en-IN" sz="1400" spc="-1" strike="noStrike">
              <a:solidFill>
                <a:srgbClr val="000000"/>
              </a:solidFill>
              <a:latin typeface="Times New Roman"/>
            </a:endParaRPr>
          </a:p>
        </p:txBody>
      </p:sp>
    </p:spTree>
  </p:cSld>
</p:notes>
</file>

<file path=ppt/notesSlides/notesSlide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85" name="PlaceHolder 1"/>
          <p:cNvSpPr>
            <a:spLocks noGrp="1"/>
          </p:cNvSpPr>
          <p:nvPr>
            <p:ph type="sldImg"/>
          </p:nvPr>
        </p:nvSpPr>
        <p:spPr>
          <a:xfrm>
            <a:off x="685800" y="1143000"/>
            <a:ext cx="5486040" cy="3085920"/>
          </a:xfrm>
          <a:prstGeom prst="rect">
            <a:avLst/>
          </a:prstGeom>
          <a:ln w="0">
            <a:noFill/>
          </a:ln>
        </p:spPr>
      </p:sp>
      <p:sp>
        <p:nvSpPr>
          <p:cNvPr id="186"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marL="216000" indent="-216000">
              <a:buNone/>
            </a:pPr>
            <a:endParaRPr b="0" lang="en-IN" sz="1200" spc="-1" strike="noStrike">
              <a:solidFill>
                <a:schemeClr val="dk1"/>
              </a:solidFill>
              <a:latin typeface="Calibri"/>
              <a:ea typeface="Calibri"/>
            </a:endParaRPr>
          </a:p>
        </p:txBody>
      </p:sp>
      <p:sp>
        <p:nvSpPr>
          <p:cNvPr id="187" name="PlaceHolder 3"/>
          <p:cNvSpPr>
            <a:spLocks noGrp="1"/>
          </p:cNvSpPr>
          <p:nvPr>
            <p:ph type="sldNum" idx="9"/>
          </p:nvPr>
        </p:nvSpPr>
        <p:spPr>
          <a:xfrm>
            <a:off x="3884760" y="8685360"/>
            <a:ext cx="2971440" cy="458280"/>
          </a:xfrm>
          <a:prstGeom prst="rect">
            <a:avLst/>
          </a:prstGeom>
          <a:noFill/>
          <a:ln w="0">
            <a:noFill/>
          </a:ln>
        </p:spPr>
        <p:txBody>
          <a:bodyPr lIns="91440" rIns="91440" tIns="45720" bIns="45720" anchor="b">
            <a:noAutofit/>
          </a:bodyPr>
          <a:lstStyle>
            <a:lvl1pPr indent="0" algn="r">
              <a:lnSpc>
                <a:spcPct val="100000"/>
              </a:lnSpc>
              <a:buNone/>
              <a:tabLst>
                <a:tab algn="l" pos="0"/>
              </a:tabLst>
              <a:defRPr b="0" lang="en-US" sz="1400" spc="-1" strike="noStrike">
                <a:solidFill>
                  <a:srgbClr val="000000"/>
                </a:solidFill>
                <a:latin typeface="Times New Roman"/>
              </a:defRPr>
            </a:lvl1pPr>
          </a:lstStyle>
          <a:p>
            <a:pPr indent="0" algn="r">
              <a:lnSpc>
                <a:spcPct val="100000"/>
              </a:lnSpc>
              <a:buNone/>
              <a:tabLst>
                <a:tab algn="l" pos="0"/>
              </a:tabLst>
            </a:pPr>
            <a:fld id="{8F2399C6-BAE4-4077-BB9F-9C7AE63FC728}" type="slidenum">
              <a:rPr b="0" lang="en-US" sz="1400" spc="-1" strike="noStrike">
                <a:solidFill>
                  <a:srgbClr val="000000"/>
                </a:solidFill>
                <a:latin typeface="Times New Roman"/>
              </a:rPr>
              <a:t>&lt;number&gt;</a:t>
            </a:fld>
            <a:endParaRPr b="0" lang="en-IN" sz="1400" spc="-1" strike="noStrike">
              <a:solidFill>
                <a:srgbClr val="000000"/>
              </a:solidFill>
              <a:latin typeface="Times New Roman"/>
            </a:endParaRPr>
          </a:p>
        </p:txBody>
      </p:sp>
    </p:spTree>
  </p:cSld>
</p:notes>
</file>

<file path=ppt/notesSlides/notesSlide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88" name="PlaceHolder 1"/>
          <p:cNvSpPr>
            <a:spLocks noGrp="1"/>
          </p:cNvSpPr>
          <p:nvPr>
            <p:ph type="sldImg"/>
          </p:nvPr>
        </p:nvSpPr>
        <p:spPr>
          <a:xfrm>
            <a:off x="685800" y="1143000"/>
            <a:ext cx="5486040" cy="3085920"/>
          </a:xfrm>
          <a:prstGeom prst="rect">
            <a:avLst/>
          </a:prstGeom>
          <a:ln w="0">
            <a:noFill/>
          </a:ln>
        </p:spPr>
      </p:sp>
      <p:sp>
        <p:nvSpPr>
          <p:cNvPr id="189"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marL="216000" indent="-216000">
              <a:buNone/>
            </a:pPr>
            <a:endParaRPr b="0" lang="en-IN" sz="1200" spc="-1" strike="noStrike">
              <a:solidFill>
                <a:schemeClr val="dk1"/>
              </a:solidFill>
              <a:latin typeface="Calibri"/>
              <a:ea typeface="Calibri"/>
            </a:endParaRPr>
          </a:p>
        </p:txBody>
      </p:sp>
      <p:sp>
        <p:nvSpPr>
          <p:cNvPr id="190" name="PlaceHolder 3"/>
          <p:cNvSpPr>
            <a:spLocks noGrp="1"/>
          </p:cNvSpPr>
          <p:nvPr>
            <p:ph type="sldNum" idx="10"/>
          </p:nvPr>
        </p:nvSpPr>
        <p:spPr>
          <a:xfrm>
            <a:off x="3884760" y="8685360"/>
            <a:ext cx="2971440" cy="458280"/>
          </a:xfrm>
          <a:prstGeom prst="rect">
            <a:avLst/>
          </a:prstGeom>
          <a:noFill/>
          <a:ln w="0">
            <a:noFill/>
          </a:ln>
        </p:spPr>
        <p:txBody>
          <a:bodyPr lIns="91440" rIns="91440" tIns="45720" bIns="45720" anchor="b">
            <a:noAutofit/>
          </a:bodyPr>
          <a:lstStyle>
            <a:lvl1pPr indent="0" algn="r">
              <a:lnSpc>
                <a:spcPct val="100000"/>
              </a:lnSpc>
              <a:buNone/>
              <a:tabLst>
                <a:tab algn="l" pos="0"/>
              </a:tabLst>
              <a:defRPr b="0" lang="en-US" sz="1400" spc="-1" strike="noStrike">
                <a:solidFill>
                  <a:srgbClr val="000000"/>
                </a:solidFill>
                <a:latin typeface="Times New Roman"/>
              </a:defRPr>
            </a:lvl1pPr>
          </a:lstStyle>
          <a:p>
            <a:pPr indent="0" algn="r">
              <a:lnSpc>
                <a:spcPct val="100000"/>
              </a:lnSpc>
              <a:buNone/>
              <a:tabLst>
                <a:tab algn="l" pos="0"/>
              </a:tabLst>
            </a:pPr>
            <a:fld id="{D411CA2B-765A-4346-A1EF-582B35F8982A}" type="slidenum">
              <a:rPr b="0" lang="en-US" sz="1400" spc="-1" strike="noStrike">
                <a:solidFill>
                  <a:srgbClr val="000000"/>
                </a:solidFill>
                <a:latin typeface="Times New Roman"/>
              </a:rPr>
              <a:t>&lt;number&gt;</a:t>
            </a:fld>
            <a:endParaRPr b="0" lang="en-IN" sz="1400" spc="-1" strike="noStrike">
              <a:solidFill>
                <a:srgbClr val="000000"/>
              </a:solidFill>
              <a:latin typeface="Times New Roman"/>
            </a:endParaRPr>
          </a:p>
        </p:txBody>
      </p:sp>
    </p:spTree>
  </p:cSld>
</p:notes>
</file>

<file path=ppt/notesSlides/notesSlide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91" name="PlaceHolder 1"/>
          <p:cNvSpPr>
            <a:spLocks noGrp="1"/>
          </p:cNvSpPr>
          <p:nvPr>
            <p:ph type="sldImg"/>
          </p:nvPr>
        </p:nvSpPr>
        <p:spPr>
          <a:xfrm>
            <a:off x="685800" y="1143000"/>
            <a:ext cx="5486040" cy="3085920"/>
          </a:xfrm>
          <a:prstGeom prst="rect">
            <a:avLst/>
          </a:prstGeom>
          <a:ln w="0">
            <a:noFill/>
          </a:ln>
        </p:spPr>
      </p:sp>
      <p:sp>
        <p:nvSpPr>
          <p:cNvPr id="192"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marL="216000" indent="-216000">
              <a:buNone/>
            </a:pPr>
            <a:endParaRPr b="0" lang="en-IN" sz="1200" spc="-1" strike="noStrike">
              <a:solidFill>
                <a:schemeClr val="dk1"/>
              </a:solidFill>
              <a:latin typeface="Calibri"/>
              <a:ea typeface="Calibri"/>
            </a:endParaRPr>
          </a:p>
        </p:txBody>
      </p:sp>
      <p:sp>
        <p:nvSpPr>
          <p:cNvPr id="193" name="PlaceHolder 3"/>
          <p:cNvSpPr>
            <a:spLocks noGrp="1"/>
          </p:cNvSpPr>
          <p:nvPr>
            <p:ph type="sldNum" idx="11"/>
          </p:nvPr>
        </p:nvSpPr>
        <p:spPr>
          <a:xfrm>
            <a:off x="3884760" y="8685360"/>
            <a:ext cx="2971440" cy="458280"/>
          </a:xfrm>
          <a:prstGeom prst="rect">
            <a:avLst/>
          </a:prstGeom>
          <a:noFill/>
          <a:ln w="0">
            <a:noFill/>
          </a:ln>
        </p:spPr>
        <p:txBody>
          <a:bodyPr lIns="91440" rIns="91440" tIns="45720" bIns="45720" anchor="b">
            <a:noAutofit/>
          </a:bodyPr>
          <a:lstStyle>
            <a:lvl1pPr indent="0" algn="r">
              <a:lnSpc>
                <a:spcPct val="100000"/>
              </a:lnSpc>
              <a:buNone/>
              <a:tabLst>
                <a:tab algn="l" pos="0"/>
              </a:tabLst>
              <a:defRPr b="0" lang="en-US" sz="1400" spc="-1" strike="noStrike">
                <a:solidFill>
                  <a:srgbClr val="000000"/>
                </a:solidFill>
                <a:latin typeface="Times New Roman"/>
              </a:defRPr>
            </a:lvl1pPr>
          </a:lstStyle>
          <a:p>
            <a:pPr indent="0" algn="r">
              <a:lnSpc>
                <a:spcPct val="100000"/>
              </a:lnSpc>
              <a:buNone/>
              <a:tabLst>
                <a:tab algn="l" pos="0"/>
              </a:tabLst>
            </a:pPr>
            <a:fld id="{76CBF9E6-8AE1-4DE8-923C-7F2B2720F9CD}" type="slidenum">
              <a:rPr b="0" lang="en-US" sz="1400" spc="-1" strike="noStrike">
                <a:solidFill>
                  <a:srgbClr val="000000"/>
                </a:solidFill>
                <a:latin typeface="Times New Roman"/>
              </a:rPr>
              <a:t>&lt;number&gt;</a:t>
            </a:fld>
            <a:endParaRPr b="0" lang="en-IN" sz="1400" spc="-1" strike="noStrike">
              <a:solidFill>
                <a:srgbClr val="000000"/>
              </a:solidFill>
              <a:latin typeface="Times New Roman"/>
            </a:endParaRPr>
          </a:p>
        </p:txBody>
      </p:sp>
    </p:spTree>
  </p:cSld>
</p:notes>
</file>

<file path=ppt/notesSlides/notesSlide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94" name="PlaceHolder 1"/>
          <p:cNvSpPr>
            <a:spLocks noGrp="1"/>
          </p:cNvSpPr>
          <p:nvPr>
            <p:ph type="sldImg"/>
          </p:nvPr>
        </p:nvSpPr>
        <p:spPr>
          <a:xfrm>
            <a:off x="685800" y="1143000"/>
            <a:ext cx="5486040" cy="3085920"/>
          </a:xfrm>
          <a:prstGeom prst="rect">
            <a:avLst/>
          </a:prstGeom>
          <a:ln w="0">
            <a:noFill/>
          </a:ln>
        </p:spPr>
      </p:sp>
      <p:sp>
        <p:nvSpPr>
          <p:cNvPr id="195"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marL="216000" indent="-216000">
              <a:buNone/>
            </a:pPr>
            <a:endParaRPr b="0" lang="en-IN" sz="1200" spc="-1" strike="noStrike">
              <a:solidFill>
                <a:schemeClr val="dk1"/>
              </a:solidFill>
              <a:latin typeface="Calibri"/>
              <a:ea typeface="Calibri"/>
            </a:endParaRPr>
          </a:p>
        </p:txBody>
      </p:sp>
      <p:sp>
        <p:nvSpPr>
          <p:cNvPr id="196" name="PlaceHolder 3"/>
          <p:cNvSpPr>
            <a:spLocks noGrp="1"/>
          </p:cNvSpPr>
          <p:nvPr>
            <p:ph type="sldNum" idx="12"/>
          </p:nvPr>
        </p:nvSpPr>
        <p:spPr>
          <a:xfrm>
            <a:off x="3884760" y="8685360"/>
            <a:ext cx="2971440" cy="458280"/>
          </a:xfrm>
          <a:prstGeom prst="rect">
            <a:avLst/>
          </a:prstGeom>
          <a:noFill/>
          <a:ln w="0">
            <a:noFill/>
          </a:ln>
        </p:spPr>
        <p:txBody>
          <a:bodyPr lIns="91440" rIns="91440" tIns="45720" bIns="45720" anchor="b">
            <a:noAutofit/>
          </a:bodyPr>
          <a:lstStyle>
            <a:lvl1pPr indent="0" algn="r">
              <a:lnSpc>
                <a:spcPct val="100000"/>
              </a:lnSpc>
              <a:buNone/>
              <a:tabLst>
                <a:tab algn="l" pos="0"/>
              </a:tabLst>
              <a:defRPr b="0" lang="en-US" sz="1400" spc="-1" strike="noStrike">
                <a:solidFill>
                  <a:srgbClr val="000000"/>
                </a:solidFill>
                <a:latin typeface="Times New Roman"/>
              </a:defRPr>
            </a:lvl1pPr>
          </a:lstStyle>
          <a:p>
            <a:pPr indent="0" algn="r">
              <a:lnSpc>
                <a:spcPct val="100000"/>
              </a:lnSpc>
              <a:buNone/>
              <a:tabLst>
                <a:tab algn="l" pos="0"/>
              </a:tabLst>
            </a:pPr>
            <a:fld id="{F01AF5ED-60C5-46F6-B22F-3FB47BC1DFEA}" type="slidenum">
              <a:rPr b="0" lang="en-US" sz="1400" spc="-1" strike="noStrike">
                <a:solidFill>
                  <a:srgbClr val="000000"/>
                </a:solidFill>
                <a:latin typeface="Times New Roman"/>
              </a:rPr>
              <a:t>&lt;number&gt;</a:t>
            </a:fld>
            <a:endParaRPr b="0" lang="en-IN" sz="1400" spc="-1" strike="noStrike">
              <a:solidFill>
                <a:srgbClr val="000000"/>
              </a:solidFill>
              <a:latin typeface="Times New Roman"/>
            </a:endParaRPr>
          </a:p>
        </p:txBody>
      </p:sp>
    </p:spTree>
  </p:cSld>
</p:notes>
</file>

<file path=ppt/notesSlides/notesSlide1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97" name="PlaceHolder 1"/>
          <p:cNvSpPr>
            <a:spLocks noGrp="1"/>
          </p:cNvSpPr>
          <p:nvPr>
            <p:ph type="sldImg"/>
          </p:nvPr>
        </p:nvSpPr>
        <p:spPr>
          <a:xfrm>
            <a:off x="685800" y="1143000"/>
            <a:ext cx="5486040" cy="3085920"/>
          </a:xfrm>
          <a:prstGeom prst="rect">
            <a:avLst/>
          </a:prstGeom>
          <a:ln w="0">
            <a:noFill/>
          </a:ln>
        </p:spPr>
      </p:sp>
      <p:sp>
        <p:nvSpPr>
          <p:cNvPr id="198"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marL="216000" indent="-216000">
              <a:buNone/>
            </a:pPr>
            <a:endParaRPr b="0" lang="en-IN" sz="1200" spc="-1" strike="noStrike">
              <a:solidFill>
                <a:schemeClr val="dk1"/>
              </a:solidFill>
              <a:latin typeface="Calibri"/>
              <a:ea typeface="Calibri"/>
            </a:endParaRPr>
          </a:p>
        </p:txBody>
      </p:sp>
      <p:sp>
        <p:nvSpPr>
          <p:cNvPr id="199" name="PlaceHolder 3"/>
          <p:cNvSpPr>
            <a:spLocks noGrp="1"/>
          </p:cNvSpPr>
          <p:nvPr>
            <p:ph type="sldNum" idx="13"/>
          </p:nvPr>
        </p:nvSpPr>
        <p:spPr>
          <a:xfrm>
            <a:off x="3884760" y="8685360"/>
            <a:ext cx="2971440" cy="458280"/>
          </a:xfrm>
          <a:prstGeom prst="rect">
            <a:avLst/>
          </a:prstGeom>
          <a:noFill/>
          <a:ln w="0">
            <a:noFill/>
          </a:ln>
        </p:spPr>
        <p:txBody>
          <a:bodyPr lIns="91440" rIns="91440" tIns="45720" bIns="45720" anchor="b">
            <a:noAutofit/>
          </a:bodyPr>
          <a:lstStyle>
            <a:lvl1pPr indent="0" algn="r">
              <a:lnSpc>
                <a:spcPct val="100000"/>
              </a:lnSpc>
              <a:buNone/>
              <a:tabLst>
                <a:tab algn="l" pos="0"/>
              </a:tabLst>
              <a:defRPr b="0" lang="en-US" sz="1400" spc="-1" strike="noStrike">
                <a:solidFill>
                  <a:srgbClr val="000000"/>
                </a:solidFill>
                <a:latin typeface="Times New Roman"/>
              </a:defRPr>
            </a:lvl1pPr>
          </a:lstStyle>
          <a:p>
            <a:pPr indent="0" algn="r">
              <a:lnSpc>
                <a:spcPct val="100000"/>
              </a:lnSpc>
              <a:buNone/>
              <a:tabLst>
                <a:tab algn="l" pos="0"/>
              </a:tabLst>
            </a:pPr>
            <a:fld id="{731FE988-DA23-4F88-A4BA-37C4E9FA401B}" type="slidenum">
              <a:rPr b="0" lang="en-US" sz="1400" spc="-1" strike="noStrike">
                <a:solidFill>
                  <a:srgbClr val="000000"/>
                </a:solidFill>
                <a:latin typeface="Times New Roman"/>
              </a:rPr>
              <a:t>&lt;number&gt;</a:t>
            </a:fld>
            <a:endParaRPr b="0" lang="en-IN" sz="1400" spc="-1" strike="noStrike">
              <a:solidFill>
                <a:srgbClr val="000000"/>
              </a:solidFill>
              <a:latin typeface="Times New Roman"/>
            </a:endParaRPr>
          </a:p>
        </p:txBody>
      </p:sp>
    </p:spTree>
  </p:cSld>
</p:note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2.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Slide master 1">
    <p:spTree>
      <p:nvGrpSpPr>
        <p:cNvPr id="1" name=""/>
        <p:cNvGrpSpPr/>
        <p:nvPr/>
      </p:nvGrpSpPr>
      <p:grpSpPr>
        <a:xfrm>
          <a:off x="0" y="0"/>
          <a:ext cx="0" cy="0"/>
          <a:chOff x="0" y="0"/>
          <a:chExt cx="0" cy="0"/>
        </a:xfrm>
      </p:grpSpPr>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DEFAULT">
    <p:spTree>
      <p:nvGrpSpPr>
        <p:cNvPr id="1" name=""/>
        <p:cNvGrpSpPr/>
        <p:nvPr/>
      </p:nvGrpSpPr>
      <p:grpSpPr>
        <a:xfrm>
          <a:off x="0" y="0"/>
          <a:ext cx="0" cy="0"/>
          <a:chOff x="0" y="0"/>
          <a:chExt cx="0" cy="0"/>
        </a:xfrm>
      </p:grpSpPr>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hyperlink" Target="https://gamma.app/?utm_source=made-with-gamma" TargetMode="External"/><Relationship Id="rId3" Type="http://schemas.openxmlformats.org/officeDocument/2006/relationships/image" Target="../media/image1.png"/><Relationship Id="rId4" Type="http://schemas.openxmlformats.org/officeDocument/2006/relationships/slideLayout" Target="../slideLayouts/slideLayout1.xml"/>
</Relationships>
</file>

<file path=ppt/slideMasters/_rels/slideMaster2.xml.rels><?xml version="1.0" encoding="UTF-8"?>
<Relationships xmlns="http://schemas.openxmlformats.org/package/2006/relationships"><Relationship Id="rId1" Type="http://schemas.openxmlformats.org/officeDocument/2006/relationships/theme" Target="../theme/theme2.xml"/><Relationship Id="rId2" Type="http://schemas.openxmlformats.org/officeDocument/2006/relationships/slideLayout" Target="../slideLayouts/slideLayout2.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0" name="Google Shape;11;p2"/>
          <p:cNvSpPr/>
          <p:nvPr/>
        </p:nvSpPr>
        <p:spPr>
          <a:xfrm>
            <a:off x="0" y="0"/>
            <a:ext cx="9143640" cy="5143320"/>
          </a:xfrm>
          <a:prstGeom prst="rect">
            <a:avLst/>
          </a:prstGeom>
          <a:solidFill>
            <a:srgbClr val="ddcfbb"/>
          </a:solidFill>
          <a:ln w="0">
            <a:noFill/>
          </a:ln>
        </p:spPr>
        <p:style>
          <a:lnRef idx="0"/>
          <a:fillRef idx="0"/>
          <a:effectRef idx="0"/>
          <a:fontRef idx="minor"/>
        </p:style>
        <p:txBody>
          <a:bodyPr tIns="91440" bIns="91440" anchor="ctr">
            <a:noAutofit/>
          </a:bodyPr>
          <a:p>
            <a:pPr>
              <a:lnSpc>
                <a:spcPct val="100000"/>
              </a:lnSpc>
              <a:tabLst>
                <a:tab algn="l" pos="0"/>
              </a:tabLst>
            </a:pPr>
            <a:endParaRPr b="0" lang="en-IN" sz="1400" spc="-1" strike="noStrike">
              <a:solidFill>
                <a:srgbClr val="000000"/>
              </a:solidFill>
              <a:latin typeface="Arial"/>
            </a:endParaRPr>
          </a:p>
        </p:txBody>
      </p:sp>
      <p:sp>
        <p:nvSpPr>
          <p:cNvPr id="1" name="Google Shape;12;p2"/>
          <p:cNvSpPr/>
          <p:nvPr/>
        </p:nvSpPr>
        <p:spPr>
          <a:xfrm>
            <a:off x="0" y="0"/>
            <a:ext cx="9143640" cy="5143320"/>
          </a:xfrm>
          <a:prstGeom prst="rect">
            <a:avLst/>
          </a:prstGeom>
          <a:solidFill>
            <a:srgbClr val="f9f6f0"/>
          </a:solidFill>
          <a:ln w="0">
            <a:noFill/>
          </a:ln>
        </p:spPr>
        <p:style>
          <a:lnRef idx="0"/>
          <a:fillRef idx="0"/>
          <a:effectRef idx="0"/>
          <a:fontRef idx="minor"/>
        </p:style>
        <p:txBody>
          <a:bodyPr tIns="91440" bIns="91440" anchor="ctr">
            <a:noAutofit/>
          </a:bodyPr>
          <a:p>
            <a:pPr>
              <a:lnSpc>
                <a:spcPct val="100000"/>
              </a:lnSpc>
              <a:tabLst>
                <a:tab algn="l" pos="0"/>
              </a:tabLst>
            </a:pPr>
            <a:endParaRPr b="0" lang="en-IN" sz="1400" spc="-1" strike="noStrike">
              <a:solidFill>
                <a:srgbClr val="000000"/>
              </a:solidFill>
              <a:latin typeface="Arial"/>
            </a:endParaRPr>
          </a:p>
        </p:txBody>
      </p:sp>
      <p:pic>
        <p:nvPicPr>
          <p:cNvPr id="2" name="Google Shape;13;p2" descr="preencoded.png">
            <a:hlinkClick r:id="rId2"/>
          </p:cNvPr>
          <p:cNvPicPr/>
          <p:nvPr/>
        </p:nvPicPr>
        <p:blipFill>
          <a:blip r:embed="rId3"/>
          <a:stretch/>
        </p:blipFill>
        <p:spPr>
          <a:xfrm>
            <a:off x="8029080" y="4844520"/>
            <a:ext cx="1071360" cy="255600"/>
          </a:xfrm>
          <a:prstGeom prst="rect">
            <a:avLst/>
          </a:prstGeom>
          <a:ln w="0">
            <a:noFill/>
          </a:ln>
        </p:spPr>
      </p:pic>
      <p:sp>
        <p:nvSpPr>
          <p:cNvPr id="3"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pPr indent="0">
              <a:buNone/>
            </a:pPr>
            <a:r>
              <a:rPr b="0" lang="en-IN" sz="1400" spc="-1" strike="noStrike">
                <a:solidFill>
                  <a:srgbClr val="000000"/>
                </a:solidFill>
                <a:latin typeface="Arial"/>
              </a:rPr>
              <a:t>Click to edit the title text format</a:t>
            </a:r>
            <a:endParaRPr b="0" lang="en-IN" sz="1400" spc="-1" strike="noStrike">
              <a:solidFill>
                <a:srgbClr val="000000"/>
              </a:solidFill>
              <a:latin typeface="Arial"/>
            </a:endParaRPr>
          </a:p>
        </p:txBody>
      </p:sp>
      <p:sp>
        <p:nvSpPr>
          <p:cNvPr id="4" name="PlaceHolder 2"/>
          <p:cNvSpPr>
            <a:spLocks noGrp="1"/>
          </p:cNvSpPr>
          <p:nvPr>
            <p:ph type="body"/>
          </p:nvPr>
        </p:nvSpPr>
        <p:spPr>
          <a:xfrm>
            <a:off x="457200" y="1203480"/>
            <a:ext cx="8229240" cy="298296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IN" sz="1400" spc="-1" strike="noStrike">
                <a:solidFill>
                  <a:srgbClr val="000000"/>
                </a:solidFill>
                <a:latin typeface="Arial"/>
              </a:rPr>
              <a:t>Click to edit the outline text format</a:t>
            </a:r>
            <a:endParaRPr b="0" lang="en-IN" sz="14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IN" sz="1400" spc="-1" strike="noStrike">
                <a:solidFill>
                  <a:srgbClr val="000000"/>
                </a:solidFill>
                <a:latin typeface="Arial"/>
              </a:rPr>
              <a:t>Second Outline Level</a:t>
            </a:r>
            <a:endParaRPr b="0" lang="en-IN" sz="14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IN" sz="1400" spc="-1" strike="noStrike">
                <a:solidFill>
                  <a:srgbClr val="000000"/>
                </a:solidFill>
                <a:latin typeface="Arial"/>
              </a:rPr>
              <a:t>Third Outline Level</a:t>
            </a:r>
            <a:endParaRPr b="0" lang="en-IN" sz="14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IN" sz="1400" spc="-1" strike="noStrike">
                <a:solidFill>
                  <a:srgbClr val="000000"/>
                </a:solidFill>
                <a:latin typeface="Arial"/>
              </a:rPr>
              <a:t>Fourth Outline Level</a:t>
            </a:r>
            <a:endParaRPr b="0" lang="en-IN" sz="14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IN" sz="2000" spc="-1" strike="noStrike">
                <a:solidFill>
                  <a:srgbClr val="000000"/>
                </a:solidFill>
                <a:latin typeface="Arial"/>
              </a:rPr>
              <a:t>Fifth Outline Level</a:t>
            </a:r>
            <a:endParaRPr b="0" lang="en-IN" sz="20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IN" sz="2000" spc="-1" strike="noStrike">
                <a:solidFill>
                  <a:srgbClr val="000000"/>
                </a:solidFill>
                <a:latin typeface="Arial"/>
              </a:rPr>
              <a:t>Sixth Outline Level</a:t>
            </a:r>
            <a:endParaRPr b="0" lang="en-IN" sz="20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IN" sz="2000" spc="-1" strike="noStrike">
                <a:solidFill>
                  <a:srgbClr val="000000"/>
                </a:solidFill>
                <a:latin typeface="Arial"/>
              </a:rPr>
              <a:t>Seventh Outline Level</a:t>
            </a:r>
            <a:endParaRPr b="0" lang="en-IN" sz="20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49" r:id="rId4"/>
  </p:sldLayoutIdLst>
</p:sldMaster>
</file>

<file path=ppt/slideMasters/slideMaster2.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spTree>
  </p:cSld>
  <p:clrMap bg1="lt1" bg2="lt2" tx1="dk1" tx2="dk2" accent1="accent1" accent2="accent2" accent3="accent3" accent4="accent4" accent5="accent5" accent6="accent6" hlink="hlink" folHlink="folHlink"/>
  <p:sldLayoutIdLst>
    <p:sldLayoutId id="2147483651" r:id="rId2"/>
  </p:sldLayoutIdLst>
</p:sldMaster>
</file>

<file path=ppt/slides/_rels/slide1.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slideLayout" Target="../slideLayouts/slideLayout1.xml"/><Relationship Id="rId3" Type="http://schemas.openxmlformats.org/officeDocument/2006/relationships/notesSlide" Target="../notesSlides/notesSlide1.xml"/>
</Relationships>
</file>

<file path=ppt/slides/_rels/slide2.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
</Relationships>
</file>

<file path=ppt/slides/_rels/slide3.xml.rels><?xml version="1.0" encoding="UTF-8"?>
<Relationships xmlns="http://schemas.openxmlformats.org/package/2006/relationships"><Relationship Id="rId1" Type="http://schemas.openxmlformats.org/officeDocument/2006/relationships/image" Target="../media/image3.jpeg"/><Relationship Id="rId2" Type="http://schemas.openxmlformats.org/officeDocument/2006/relationships/slideLayout" Target="../slideLayouts/slideLayout1.xml"/><Relationship Id="rId3" Type="http://schemas.openxmlformats.org/officeDocument/2006/relationships/notesSlide" Target="../notesSlides/notesSlide3.xml"/>
</Relationships>
</file>

<file path=ppt/slides/_rels/slide4.xml.rels><?xml version="1.0" encoding="UTF-8"?>
<Relationships xmlns="http://schemas.openxmlformats.org/package/2006/relationships"><Relationship Id="rId1" Type="http://schemas.openxmlformats.org/officeDocument/2006/relationships/image" Target="../media/image4.png"/><Relationship Id="rId2" Type="http://schemas.openxmlformats.org/officeDocument/2006/relationships/image" Target="../media/image5.png"/><Relationship Id="rId3" Type="http://schemas.openxmlformats.org/officeDocument/2006/relationships/image" Target="../media/image6.png"/><Relationship Id="rId4" Type="http://schemas.openxmlformats.org/officeDocument/2006/relationships/image" Target="../media/image7.png"/><Relationship Id="rId5" Type="http://schemas.openxmlformats.org/officeDocument/2006/relationships/image" Target="../media/image8.png"/><Relationship Id="rId6" Type="http://schemas.openxmlformats.org/officeDocument/2006/relationships/slideLayout" Target="../slideLayouts/slideLayout1.xml"/><Relationship Id="rId7" Type="http://schemas.openxmlformats.org/officeDocument/2006/relationships/notesSlide" Target="../notesSlides/notesSlide4.xml"/>
</Relationships>
</file>

<file path=ppt/slides/_rels/slide5.xml.rels><?xml version="1.0" encoding="UTF-8"?>
<Relationships xmlns="http://schemas.openxmlformats.org/package/2006/relationships"><Relationship Id="rId1" Type="http://schemas.openxmlformats.org/officeDocument/2006/relationships/image" Target="../media/image9.jpeg"/><Relationship Id="rId2" Type="http://schemas.openxmlformats.org/officeDocument/2006/relationships/slideLayout" Target="../slideLayouts/slideLayout1.xml"/><Relationship Id="rId3" Type="http://schemas.openxmlformats.org/officeDocument/2006/relationships/notesSlide" Target="../notesSlides/notesSlide5.xml"/>
</Relationships>
</file>

<file path=ppt/slides/_rels/slide6.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
</Relationships>
</file>

<file path=ppt/slides/_rels/slide7.xml.rels><?xml version="1.0" encoding="UTF-8"?>
<Relationships xmlns="http://schemas.openxmlformats.org/package/2006/relationships"><Relationship Id="rId1" Type="http://schemas.openxmlformats.org/officeDocument/2006/relationships/image" Target="../media/image10.png"/><Relationship Id="rId2" Type="http://schemas.openxmlformats.org/officeDocument/2006/relationships/slideLayout" Target="../slideLayouts/slideLayout1.xml"/><Relationship Id="rId3" Type="http://schemas.openxmlformats.org/officeDocument/2006/relationships/notesSlide" Target="../notesSlides/notesSlide7.xml"/>
</Relationships>
</file>

<file path=ppt/slides/_rels/slide8.xml.rels><?xml version="1.0" encoding="UTF-8"?>
<Relationships xmlns="http://schemas.openxmlformats.org/package/2006/relationships"><Relationship Id="rId1" Type="http://schemas.openxmlformats.org/officeDocument/2006/relationships/image" Target="../media/image11.jpeg"/><Relationship Id="rId2" Type="http://schemas.openxmlformats.org/officeDocument/2006/relationships/slideLayout" Target="../slideLayouts/slideLayout1.xml"/><Relationship Id="rId3" Type="http://schemas.openxmlformats.org/officeDocument/2006/relationships/notesSlide" Target="../notesSlides/notesSlide8.xml"/>
</Relationships>
</file>

<file path=ppt/slides/_rels/slide9.xml.rels><?xml version="1.0" encoding="UTF-8"?>
<Relationships xmlns="http://schemas.openxmlformats.org/package/2006/relationships"><Relationship Id="rId1" Type="http://schemas.openxmlformats.org/officeDocument/2006/relationships/image" Target="../media/image12.png"/><Relationship Id="rId2" Type="http://schemas.openxmlformats.org/officeDocument/2006/relationships/image" Target="../media/image13.png"/><Relationship Id="rId3" Type="http://schemas.openxmlformats.org/officeDocument/2006/relationships/image" Target="../media/image14.png"/><Relationship Id="rId4" Type="http://schemas.openxmlformats.org/officeDocument/2006/relationships/slideLayout" Target="../slideLayouts/slideLayout1.xml"/><Relationship Id="rId5" Type="http://schemas.openxmlformats.org/officeDocument/2006/relationships/notesSlide" Target="../notesSlides/notesSlide9.xml"/>
</Relationships>
</file>

<file path=ppt/slides/_rels/slide10.xml.rels><?xml version="1.0" encoding="UTF-8"?>
<Relationships xmlns="http://schemas.openxmlformats.org/package/2006/relationships"><Relationship Id="rId1" Type="http://schemas.openxmlformats.org/officeDocument/2006/relationships/image" Target="../media/image15.png"/><Relationship Id="rId2" Type="http://schemas.openxmlformats.org/officeDocument/2006/relationships/image" Target="../media/image16.png"/><Relationship Id="rId3" Type="http://schemas.openxmlformats.org/officeDocument/2006/relationships/image" Target="../media/image17.png"/><Relationship Id="rId4" Type="http://schemas.openxmlformats.org/officeDocument/2006/relationships/slideLayout" Target="../slideLayouts/slideLayout1.xml"/><Relationship Id="rId5" Type="http://schemas.openxmlformats.org/officeDocument/2006/relationships/notesSlide" Target="../notesSlides/notesSlide10.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 name="Google Shape;20;p4"/>
          <p:cNvSpPr/>
          <p:nvPr/>
        </p:nvSpPr>
        <p:spPr>
          <a:xfrm>
            <a:off x="5715000" y="0"/>
            <a:ext cx="3428640" cy="5143320"/>
          </a:xfrm>
          <a:prstGeom prst="rect">
            <a:avLst/>
          </a:prstGeom>
          <a:solidFill>
            <a:srgbClr val="eee8dd"/>
          </a:solidFill>
          <a:ln w="0">
            <a:noFill/>
          </a:ln>
        </p:spPr>
        <p:style>
          <a:lnRef idx="0"/>
          <a:fillRef idx="0"/>
          <a:effectRef idx="0"/>
          <a:fontRef idx="minor"/>
        </p:style>
        <p:txBody>
          <a:bodyPr tIns="91440" bIns="91440" anchor="ctr">
            <a:noAutofit/>
          </a:bodyPr>
          <a:p>
            <a:pPr>
              <a:lnSpc>
                <a:spcPct val="100000"/>
              </a:lnSpc>
              <a:tabLst>
                <a:tab algn="l" pos="0"/>
              </a:tabLst>
            </a:pPr>
            <a:endParaRPr b="0" lang="en-IN" sz="1400" spc="-1" strike="noStrike">
              <a:solidFill>
                <a:srgbClr val="000000"/>
              </a:solidFill>
              <a:latin typeface="Arial"/>
            </a:endParaRPr>
          </a:p>
        </p:txBody>
      </p:sp>
      <p:pic>
        <p:nvPicPr>
          <p:cNvPr id="12" name="Google Shape;21;p4" descr="preencoded.png"/>
          <p:cNvPicPr/>
          <p:nvPr/>
        </p:nvPicPr>
        <p:blipFill>
          <a:blip r:embed="rId1"/>
          <a:stretch/>
        </p:blipFill>
        <p:spPr>
          <a:xfrm>
            <a:off x="5775840" y="91440"/>
            <a:ext cx="3306960" cy="4960440"/>
          </a:xfrm>
          <a:prstGeom prst="rect">
            <a:avLst/>
          </a:prstGeom>
          <a:ln w="0">
            <a:noFill/>
          </a:ln>
        </p:spPr>
      </p:pic>
      <p:sp>
        <p:nvSpPr>
          <p:cNvPr id="13" name="Google Shape;22;p4"/>
          <p:cNvSpPr/>
          <p:nvPr/>
        </p:nvSpPr>
        <p:spPr>
          <a:xfrm>
            <a:off x="496080" y="296640"/>
            <a:ext cx="4722480" cy="761040"/>
          </a:xfrm>
          <a:prstGeom prst="rect">
            <a:avLst/>
          </a:prstGeom>
          <a:noFill/>
          <a:ln w="0">
            <a:noFill/>
          </a:ln>
        </p:spPr>
        <p:style>
          <a:lnRef idx="0"/>
          <a:fillRef idx="0"/>
          <a:effectRef idx="0"/>
          <a:fontRef idx="minor"/>
        </p:style>
        <p:txBody>
          <a:bodyPr lIns="0" rIns="0" tIns="0" bIns="0" anchor="t">
            <a:noAutofit/>
          </a:bodyPr>
          <a:p>
            <a:pPr>
              <a:lnSpc>
                <a:spcPct val="104000"/>
              </a:lnSpc>
              <a:tabLst>
                <a:tab algn="l" pos="0"/>
              </a:tabLst>
            </a:pPr>
            <a:r>
              <a:rPr b="1" lang="en-US" sz="2350" spc="-1" strike="noStrike">
                <a:solidFill>
                  <a:srgbClr val="484237"/>
                </a:solidFill>
                <a:latin typeface="Gelasio SemiBold"/>
                <a:ea typeface="Gelasio SemiBold"/>
              </a:rPr>
              <a:t>Skill Sharing and Volunteer Exchange</a:t>
            </a:r>
            <a:endParaRPr b="1" lang="en-IN" sz="2350" spc="-1" strike="noStrike">
              <a:solidFill>
                <a:srgbClr val="000000"/>
              </a:solidFill>
              <a:latin typeface="Arial"/>
            </a:endParaRPr>
          </a:p>
        </p:txBody>
      </p:sp>
      <p:sp>
        <p:nvSpPr>
          <p:cNvPr id="14" name="Google Shape;23;p4"/>
          <p:cNvSpPr/>
          <p:nvPr/>
        </p:nvSpPr>
        <p:spPr>
          <a:xfrm>
            <a:off x="496080" y="1171800"/>
            <a:ext cx="4722480" cy="913320"/>
          </a:xfrm>
          <a:prstGeom prst="rect">
            <a:avLst/>
          </a:prstGeom>
          <a:noFill/>
          <a:ln w="0">
            <a:noFill/>
          </a:ln>
        </p:spPr>
        <p:style>
          <a:lnRef idx="0"/>
          <a:fillRef idx="0"/>
          <a:effectRef idx="0"/>
          <a:fontRef idx="minor"/>
        </p:style>
        <p:txBody>
          <a:bodyPr lIns="0" rIns="0" tIns="0" bIns="0" anchor="t">
            <a:noAutofit/>
          </a:bodyPr>
          <a:p>
            <a:pPr>
              <a:lnSpc>
                <a:spcPct val="104000"/>
              </a:lnSpc>
              <a:tabLst>
                <a:tab algn="l" pos="0"/>
              </a:tabLst>
            </a:pPr>
            <a:r>
              <a:rPr b="0" lang="en-US" sz="1900" spc="-1" strike="noStrike">
                <a:solidFill>
                  <a:srgbClr val="484237"/>
                </a:solidFill>
                <a:latin typeface="Gelasio SemiBold"/>
                <a:ea typeface="Gelasio SemiBold"/>
              </a:rPr>
              <a:t>Bridging the Digital Gap Through Digital Literacy, Skill Sharing and Technology Intervention</a:t>
            </a:r>
            <a:endParaRPr b="0" lang="en-IN" sz="1900" spc="-1" strike="noStrike">
              <a:solidFill>
                <a:srgbClr val="000000"/>
              </a:solidFill>
              <a:latin typeface="Arial"/>
            </a:endParaRPr>
          </a:p>
        </p:txBody>
      </p:sp>
      <p:sp>
        <p:nvSpPr>
          <p:cNvPr id="15" name="Google Shape;24;p4"/>
          <p:cNvSpPr/>
          <p:nvPr/>
        </p:nvSpPr>
        <p:spPr>
          <a:xfrm>
            <a:off x="496080" y="2235240"/>
            <a:ext cx="4722480" cy="380520"/>
          </a:xfrm>
          <a:prstGeom prst="rect">
            <a:avLst/>
          </a:prstGeom>
          <a:noFill/>
          <a:ln w="0">
            <a:noFill/>
          </a:ln>
        </p:spPr>
        <p:style>
          <a:lnRef idx="0"/>
          <a:fillRef idx="0"/>
          <a:effectRef idx="0"/>
          <a:fontRef idx="minor"/>
        </p:style>
        <p:txBody>
          <a:bodyPr lIns="0" rIns="0" tIns="0" bIns="0" anchor="t">
            <a:noAutofit/>
          </a:bodyPr>
          <a:p>
            <a:pPr>
              <a:lnSpc>
                <a:spcPct val="104000"/>
              </a:lnSpc>
              <a:tabLst>
                <a:tab algn="l" pos="0"/>
              </a:tabLst>
            </a:pPr>
            <a:r>
              <a:rPr b="0" lang="en-US" sz="1150" spc="-1" strike="noStrike">
                <a:solidFill>
                  <a:srgbClr val="484237"/>
                </a:solidFill>
                <a:latin typeface="Gelasio SemiBold"/>
                <a:ea typeface="Gelasio SemiBold"/>
              </a:rPr>
              <a:t>Community Engagement Project (CEP) · TYBSc Computer Science</a:t>
            </a:r>
            <a:endParaRPr b="0" lang="en-IN" sz="1150" spc="-1" strike="noStrike">
              <a:solidFill>
                <a:srgbClr val="000000"/>
              </a:solidFill>
              <a:latin typeface="Arial"/>
            </a:endParaRPr>
          </a:p>
        </p:txBody>
      </p:sp>
      <p:sp>
        <p:nvSpPr>
          <p:cNvPr id="16" name="Google Shape;25;p4"/>
          <p:cNvSpPr/>
          <p:nvPr/>
        </p:nvSpPr>
        <p:spPr>
          <a:xfrm>
            <a:off x="496080" y="2592720"/>
            <a:ext cx="4722480" cy="2037960"/>
          </a:xfrm>
          <a:prstGeom prst="rect">
            <a:avLst/>
          </a:prstGeom>
          <a:noFill/>
          <a:ln w="0">
            <a:noFill/>
          </a:ln>
        </p:spPr>
        <p:style>
          <a:lnRef idx="0"/>
          <a:fillRef idx="0"/>
          <a:effectRef idx="0"/>
          <a:fontRef idx="minor"/>
        </p:style>
        <p:txBody>
          <a:bodyPr lIns="0" rIns="0" tIns="0" bIns="0" anchor="t">
            <a:noAutofit/>
          </a:bodyPr>
          <a:p>
            <a:pPr>
              <a:lnSpc>
                <a:spcPct val="124000"/>
              </a:lnSpc>
              <a:tabLst>
                <a:tab algn="l" pos="0"/>
              </a:tabLst>
            </a:pPr>
            <a:r>
              <a:rPr b="1" lang="en-US" sz="950" spc="-1" strike="noStrike">
                <a:solidFill>
                  <a:srgbClr val="746558"/>
                </a:solidFill>
                <a:latin typeface="Gelasio"/>
                <a:ea typeface="Gelasio"/>
              </a:rPr>
              <a:t>Students:</a:t>
            </a:r>
            <a:endParaRPr b="0" lang="en-IN" sz="950" spc="-1" strike="noStrike">
              <a:solidFill>
                <a:srgbClr val="000000"/>
              </a:solidFill>
              <a:latin typeface="Arial"/>
            </a:endParaRPr>
          </a:p>
          <a:p>
            <a:pPr>
              <a:lnSpc>
                <a:spcPct val="124000"/>
              </a:lnSpc>
              <a:tabLst>
                <a:tab algn="l" pos="0"/>
              </a:tabLst>
            </a:pPr>
            <a:r>
              <a:rPr b="0" lang="en-US" sz="950" spc="-1" strike="noStrike">
                <a:solidFill>
                  <a:srgbClr val="746558"/>
                </a:solidFill>
                <a:latin typeface="Gelasio"/>
                <a:ea typeface="Gelasio"/>
              </a:rPr>
              <a:t>26TCS03 - Harsh Salvi </a:t>
            </a:r>
            <a:endParaRPr b="0" lang="en-IN" sz="950" spc="-1" strike="noStrike">
              <a:solidFill>
                <a:srgbClr val="000000"/>
              </a:solidFill>
              <a:latin typeface="Arial"/>
            </a:endParaRPr>
          </a:p>
          <a:p>
            <a:pPr>
              <a:lnSpc>
                <a:spcPct val="124000"/>
              </a:lnSpc>
              <a:tabLst>
                <a:tab algn="l" pos="0"/>
              </a:tabLst>
            </a:pPr>
            <a:r>
              <a:rPr b="0" lang="en-US" sz="950" spc="-1" strike="noStrike">
                <a:solidFill>
                  <a:srgbClr val="746558"/>
                </a:solidFill>
                <a:latin typeface="Gelasio"/>
                <a:ea typeface="Gelasio"/>
              </a:rPr>
              <a:t>26TCS11 - Farhan Shaikh </a:t>
            </a:r>
            <a:endParaRPr b="0" lang="en-IN" sz="950" spc="-1" strike="noStrike">
              <a:solidFill>
                <a:srgbClr val="000000"/>
              </a:solidFill>
              <a:latin typeface="Arial"/>
            </a:endParaRPr>
          </a:p>
          <a:p>
            <a:pPr>
              <a:lnSpc>
                <a:spcPct val="124000"/>
              </a:lnSpc>
              <a:tabLst>
                <a:tab algn="l" pos="0"/>
              </a:tabLst>
            </a:pPr>
            <a:r>
              <a:rPr b="0" lang="en-US" sz="950" spc="-1" strike="noStrike">
                <a:solidFill>
                  <a:srgbClr val="746558"/>
                </a:solidFill>
                <a:latin typeface="Gelasio"/>
                <a:ea typeface="Gelasio"/>
              </a:rPr>
              <a:t>26TCS21 - Ashif Shaikh </a:t>
            </a:r>
            <a:endParaRPr b="0" lang="en-IN" sz="950" spc="-1" strike="noStrike">
              <a:solidFill>
                <a:srgbClr val="000000"/>
              </a:solidFill>
              <a:latin typeface="Arial"/>
            </a:endParaRPr>
          </a:p>
          <a:p>
            <a:pPr>
              <a:lnSpc>
                <a:spcPct val="124000"/>
              </a:lnSpc>
              <a:tabLst>
                <a:tab algn="l" pos="0"/>
              </a:tabLst>
            </a:pPr>
            <a:r>
              <a:rPr b="0" lang="en-US" sz="950" spc="-1" strike="noStrike">
                <a:solidFill>
                  <a:srgbClr val="746558"/>
                </a:solidFill>
                <a:latin typeface="Gelasio"/>
                <a:ea typeface="Gelasio"/>
              </a:rPr>
              <a:t>26TCS27 - Sachin Jaiswal </a:t>
            </a:r>
            <a:endParaRPr b="0" lang="en-IN" sz="950" spc="-1" strike="noStrike">
              <a:solidFill>
                <a:srgbClr val="000000"/>
              </a:solidFill>
              <a:latin typeface="Arial"/>
            </a:endParaRPr>
          </a:p>
          <a:p>
            <a:pPr>
              <a:lnSpc>
                <a:spcPct val="124000"/>
              </a:lnSpc>
              <a:tabLst>
                <a:tab algn="l" pos="0"/>
              </a:tabLst>
            </a:pPr>
            <a:r>
              <a:rPr b="0" lang="en-US" sz="950" spc="-1" strike="noStrike">
                <a:solidFill>
                  <a:srgbClr val="746558"/>
                </a:solidFill>
                <a:latin typeface="Gelasio"/>
                <a:ea typeface="Gelasio"/>
              </a:rPr>
              <a:t>26TCS37 - Arshad Shaikh </a:t>
            </a:r>
            <a:endParaRPr b="0" lang="en-IN" sz="950" spc="-1" strike="noStrike">
              <a:solidFill>
                <a:srgbClr val="000000"/>
              </a:solidFill>
              <a:latin typeface="Arial"/>
            </a:endParaRPr>
          </a:p>
          <a:p>
            <a:pPr>
              <a:lnSpc>
                <a:spcPct val="124000"/>
              </a:lnSpc>
              <a:spcBef>
                <a:spcPts val="901"/>
              </a:spcBef>
              <a:tabLst>
                <a:tab algn="l" pos="0"/>
              </a:tabLst>
            </a:pPr>
            <a:r>
              <a:rPr b="0" lang="en-US" sz="950" spc="-1" strike="noStrike">
                <a:solidFill>
                  <a:srgbClr val="746558"/>
                </a:solidFill>
                <a:latin typeface="Gelasio"/>
                <a:ea typeface="Gelasio"/>
              </a:rPr>
              <a:t>Our CEP focused on understanding the digital and technological needs of NGO employees and developing a practical intervention through digital-skills training, learning resources, practical sessions and a web application.</a:t>
            </a:r>
            <a:endParaRPr b="0" lang="en-IN" sz="95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7" name="Google Shape;31;p5"/>
          <p:cNvSpPr/>
          <p:nvPr/>
        </p:nvSpPr>
        <p:spPr>
          <a:xfrm>
            <a:off x="496080" y="519480"/>
            <a:ext cx="8151480" cy="401040"/>
          </a:xfrm>
          <a:prstGeom prst="rect">
            <a:avLst/>
          </a:prstGeom>
          <a:noFill/>
          <a:ln w="0">
            <a:noFill/>
          </a:ln>
        </p:spPr>
        <p:style>
          <a:lnRef idx="0"/>
          <a:fillRef idx="0"/>
          <a:effectRef idx="0"/>
          <a:fontRef idx="minor"/>
        </p:style>
        <p:txBody>
          <a:bodyPr lIns="0" rIns="0" tIns="0" bIns="0" anchor="t">
            <a:noAutofit/>
          </a:bodyPr>
          <a:p>
            <a:pPr>
              <a:lnSpc>
                <a:spcPct val="104000"/>
              </a:lnSpc>
              <a:tabLst>
                <a:tab algn="l" pos="0"/>
              </a:tabLst>
            </a:pPr>
            <a:r>
              <a:rPr b="1" lang="en-US" sz="2500" spc="-1" strike="noStrike">
                <a:solidFill>
                  <a:srgbClr val="484237"/>
                </a:solidFill>
                <a:latin typeface="Gelasio SemiBold"/>
                <a:ea typeface="Gelasio SemiBold"/>
              </a:rPr>
              <a:t>What We Wanted to Achieve</a:t>
            </a:r>
            <a:endParaRPr b="1" lang="en-IN" sz="2500" spc="-1" strike="noStrike">
              <a:solidFill>
                <a:srgbClr val="000000"/>
              </a:solidFill>
              <a:latin typeface="Arial"/>
            </a:endParaRPr>
          </a:p>
        </p:txBody>
      </p:sp>
      <p:sp>
        <p:nvSpPr>
          <p:cNvPr id="18" name="Google Shape;32;p5"/>
          <p:cNvSpPr/>
          <p:nvPr/>
        </p:nvSpPr>
        <p:spPr>
          <a:xfrm>
            <a:off x="496080" y="1153800"/>
            <a:ext cx="256680" cy="160200"/>
          </a:xfrm>
          <a:prstGeom prst="rect">
            <a:avLst/>
          </a:prstGeom>
          <a:noFill/>
          <a:ln w="0">
            <a:noFill/>
          </a:ln>
        </p:spPr>
        <p:style>
          <a:lnRef idx="0"/>
          <a:fillRef idx="0"/>
          <a:effectRef idx="0"/>
          <a:fontRef idx="minor"/>
        </p:style>
        <p:txBody>
          <a:bodyPr lIns="0" rIns="0" tIns="0" bIns="0" anchor="ctr">
            <a:noAutofit/>
          </a:bodyPr>
          <a:p>
            <a:pPr>
              <a:lnSpc>
                <a:spcPct val="100000"/>
              </a:lnSpc>
              <a:tabLst>
                <a:tab algn="l" pos="0"/>
              </a:tabLst>
            </a:pPr>
            <a:r>
              <a:rPr b="0" lang="en-US" sz="1000" spc="-1" strike="noStrike">
                <a:solidFill>
                  <a:srgbClr val="746558"/>
                </a:solidFill>
                <a:latin typeface="Gelasio"/>
                <a:ea typeface="Gelasio"/>
              </a:rPr>
              <a:t>01</a:t>
            </a:r>
            <a:endParaRPr b="0" lang="en-IN" sz="1000" spc="-1" strike="noStrike">
              <a:solidFill>
                <a:srgbClr val="000000"/>
              </a:solidFill>
              <a:latin typeface="Arial"/>
            </a:endParaRPr>
          </a:p>
        </p:txBody>
      </p:sp>
      <p:sp>
        <p:nvSpPr>
          <p:cNvPr id="19" name="Google Shape;33;p5"/>
          <p:cNvSpPr/>
          <p:nvPr/>
        </p:nvSpPr>
        <p:spPr>
          <a:xfrm>
            <a:off x="496080" y="1357920"/>
            <a:ext cx="2639160" cy="14040"/>
          </a:xfrm>
          <a:prstGeom prst="rect">
            <a:avLst/>
          </a:prstGeom>
          <a:solidFill>
            <a:srgbClr val="d3c5b6"/>
          </a:solidFill>
          <a:ln w="0">
            <a:noFill/>
          </a:ln>
        </p:spPr>
        <p:style>
          <a:lnRef idx="0"/>
          <a:fillRef idx="0"/>
          <a:effectRef idx="0"/>
          <a:fontRef idx="minor"/>
        </p:style>
        <p:txBody>
          <a:bodyPr tIns="7200" bIns="7200" anchor="ctr">
            <a:noAutofit/>
          </a:bodyPr>
          <a:p>
            <a:pPr>
              <a:lnSpc>
                <a:spcPct val="100000"/>
              </a:lnSpc>
              <a:tabLst>
                <a:tab algn="l" pos="0"/>
              </a:tabLst>
            </a:pPr>
            <a:endParaRPr b="0" lang="en-IN" sz="1400" spc="-1" strike="noStrike">
              <a:solidFill>
                <a:srgbClr val="000000"/>
              </a:solidFill>
              <a:latin typeface="Arial"/>
            </a:endParaRPr>
          </a:p>
        </p:txBody>
      </p:sp>
      <p:sp>
        <p:nvSpPr>
          <p:cNvPr id="20" name="Google Shape;34;p5"/>
          <p:cNvSpPr/>
          <p:nvPr/>
        </p:nvSpPr>
        <p:spPr>
          <a:xfrm>
            <a:off x="496080" y="1450800"/>
            <a:ext cx="2639160" cy="195480"/>
          </a:xfrm>
          <a:prstGeom prst="rect">
            <a:avLst/>
          </a:prstGeom>
          <a:noFill/>
          <a:ln w="0">
            <a:noFill/>
          </a:ln>
        </p:spPr>
        <p:style>
          <a:lnRef idx="0"/>
          <a:fillRef idx="0"/>
          <a:effectRef idx="0"/>
          <a:fontRef idx="minor"/>
        </p:style>
        <p:txBody>
          <a:bodyPr lIns="0" rIns="0" tIns="0" bIns="0" anchor="t">
            <a:noAutofit/>
          </a:bodyPr>
          <a:p>
            <a:pPr>
              <a:lnSpc>
                <a:spcPct val="127000"/>
              </a:lnSpc>
              <a:tabLst>
                <a:tab algn="l" pos="0"/>
              </a:tabLst>
            </a:pPr>
            <a:r>
              <a:rPr b="0" lang="en-US" sz="1000" spc="-1" strike="noStrike">
                <a:solidFill>
                  <a:srgbClr val="746558"/>
                </a:solidFill>
                <a:latin typeface="Gelasio"/>
                <a:ea typeface="Gelasio"/>
              </a:rPr>
              <a:t>Understand the NGO's working environment</a:t>
            </a:r>
            <a:endParaRPr b="0" lang="en-IN" sz="1000" spc="-1" strike="noStrike">
              <a:solidFill>
                <a:srgbClr val="000000"/>
              </a:solidFill>
              <a:latin typeface="Arial"/>
            </a:endParaRPr>
          </a:p>
        </p:txBody>
      </p:sp>
      <p:sp>
        <p:nvSpPr>
          <p:cNvPr id="21" name="Google Shape;35;p5"/>
          <p:cNvSpPr/>
          <p:nvPr/>
        </p:nvSpPr>
        <p:spPr>
          <a:xfrm>
            <a:off x="3252240" y="1153800"/>
            <a:ext cx="256680" cy="160200"/>
          </a:xfrm>
          <a:prstGeom prst="rect">
            <a:avLst/>
          </a:prstGeom>
          <a:noFill/>
          <a:ln w="0">
            <a:noFill/>
          </a:ln>
        </p:spPr>
        <p:style>
          <a:lnRef idx="0"/>
          <a:fillRef idx="0"/>
          <a:effectRef idx="0"/>
          <a:fontRef idx="minor"/>
        </p:style>
        <p:txBody>
          <a:bodyPr lIns="0" rIns="0" tIns="0" bIns="0" anchor="ctr">
            <a:noAutofit/>
          </a:bodyPr>
          <a:p>
            <a:pPr>
              <a:lnSpc>
                <a:spcPct val="100000"/>
              </a:lnSpc>
              <a:tabLst>
                <a:tab algn="l" pos="0"/>
              </a:tabLst>
            </a:pPr>
            <a:r>
              <a:rPr b="0" lang="en-US" sz="1000" spc="-1" strike="noStrike">
                <a:solidFill>
                  <a:srgbClr val="746558"/>
                </a:solidFill>
                <a:latin typeface="Gelasio"/>
                <a:ea typeface="Gelasio"/>
              </a:rPr>
              <a:t>02</a:t>
            </a:r>
            <a:endParaRPr b="0" lang="en-IN" sz="1000" spc="-1" strike="noStrike">
              <a:solidFill>
                <a:srgbClr val="000000"/>
              </a:solidFill>
              <a:latin typeface="Arial"/>
            </a:endParaRPr>
          </a:p>
        </p:txBody>
      </p:sp>
      <p:sp>
        <p:nvSpPr>
          <p:cNvPr id="22" name="Google Shape;36;p5"/>
          <p:cNvSpPr/>
          <p:nvPr/>
        </p:nvSpPr>
        <p:spPr>
          <a:xfrm>
            <a:off x="3252240" y="1357920"/>
            <a:ext cx="2639160" cy="14040"/>
          </a:xfrm>
          <a:prstGeom prst="rect">
            <a:avLst/>
          </a:prstGeom>
          <a:solidFill>
            <a:srgbClr val="d3c5b6"/>
          </a:solidFill>
          <a:ln w="0">
            <a:noFill/>
          </a:ln>
        </p:spPr>
        <p:style>
          <a:lnRef idx="0"/>
          <a:fillRef idx="0"/>
          <a:effectRef idx="0"/>
          <a:fontRef idx="minor"/>
        </p:style>
        <p:txBody>
          <a:bodyPr tIns="7200" bIns="7200" anchor="ctr">
            <a:noAutofit/>
          </a:bodyPr>
          <a:p>
            <a:pPr>
              <a:lnSpc>
                <a:spcPct val="100000"/>
              </a:lnSpc>
              <a:tabLst>
                <a:tab algn="l" pos="0"/>
              </a:tabLst>
            </a:pPr>
            <a:endParaRPr b="0" lang="en-IN" sz="1400" spc="-1" strike="noStrike">
              <a:solidFill>
                <a:srgbClr val="000000"/>
              </a:solidFill>
              <a:latin typeface="Arial"/>
            </a:endParaRPr>
          </a:p>
        </p:txBody>
      </p:sp>
      <p:sp>
        <p:nvSpPr>
          <p:cNvPr id="23" name="Google Shape;37;p5"/>
          <p:cNvSpPr/>
          <p:nvPr/>
        </p:nvSpPr>
        <p:spPr>
          <a:xfrm>
            <a:off x="3252240" y="1450800"/>
            <a:ext cx="2639160" cy="391680"/>
          </a:xfrm>
          <a:prstGeom prst="rect">
            <a:avLst/>
          </a:prstGeom>
          <a:noFill/>
          <a:ln w="0">
            <a:noFill/>
          </a:ln>
        </p:spPr>
        <p:style>
          <a:lnRef idx="0"/>
          <a:fillRef idx="0"/>
          <a:effectRef idx="0"/>
          <a:fontRef idx="minor"/>
        </p:style>
        <p:txBody>
          <a:bodyPr lIns="0" rIns="0" tIns="0" bIns="0" anchor="t">
            <a:noAutofit/>
          </a:bodyPr>
          <a:p>
            <a:pPr>
              <a:lnSpc>
                <a:spcPct val="127000"/>
              </a:lnSpc>
              <a:tabLst>
                <a:tab algn="l" pos="0"/>
              </a:tabLst>
            </a:pPr>
            <a:r>
              <a:rPr b="0" lang="en-US" sz="1000" spc="-1" strike="noStrike">
                <a:solidFill>
                  <a:srgbClr val="746558"/>
                </a:solidFill>
                <a:latin typeface="Gelasio"/>
                <a:ea typeface="Gelasio"/>
              </a:rPr>
              <a:t>Understand employee roles and responsibilities</a:t>
            </a:r>
            <a:endParaRPr b="0" lang="en-IN" sz="1000" spc="-1" strike="noStrike">
              <a:solidFill>
                <a:srgbClr val="000000"/>
              </a:solidFill>
              <a:latin typeface="Arial"/>
            </a:endParaRPr>
          </a:p>
        </p:txBody>
      </p:sp>
      <p:sp>
        <p:nvSpPr>
          <p:cNvPr id="24" name="Google Shape;38;p5"/>
          <p:cNvSpPr/>
          <p:nvPr/>
        </p:nvSpPr>
        <p:spPr>
          <a:xfrm>
            <a:off x="6008040" y="1153800"/>
            <a:ext cx="256680" cy="160200"/>
          </a:xfrm>
          <a:prstGeom prst="rect">
            <a:avLst/>
          </a:prstGeom>
          <a:noFill/>
          <a:ln w="0">
            <a:noFill/>
          </a:ln>
        </p:spPr>
        <p:style>
          <a:lnRef idx="0"/>
          <a:fillRef idx="0"/>
          <a:effectRef idx="0"/>
          <a:fontRef idx="minor"/>
        </p:style>
        <p:txBody>
          <a:bodyPr lIns="0" rIns="0" tIns="0" bIns="0" anchor="ctr">
            <a:noAutofit/>
          </a:bodyPr>
          <a:p>
            <a:pPr>
              <a:lnSpc>
                <a:spcPct val="100000"/>
              </a:lnSpc>
              <a:tabLst>
                <a:tab algn="l" pos="0"/>
              </a:tabLst>
            </a:pPr>
            <a:r>
              <a:rPr b="0" lang="en-US" sz="1000" spc="-1" strike="noStrike">
                <a:solidFill>
                  <a:srgbClr val="746558"/>
                </a:solidFill>
                <a:latin typeface="Gelasio"/>
                <a:ea typeface="Gelasio"/>
              </a:rPr>
              <a:t>03</a:t>
            </a:r>
            <a:endParaRPr b="0" lang="en-IN" sz="1000" spc="-1" strike="noStrike">
              <a:solidFill>
                <a:srgbClr val="000000"/>
              </a:solidFill>
              <a:latin typeface="Arial"/>
            </a:endParaRPr>
          </a:p>
        </p:txBody>
      </p:sp>
      <p:sp>
        <p:nvSpPr>
          <p:cNvPr id="25" name="Google Shape;39;p5"/>
          <p:cNvSpPr/>
          <p:nvPr/>
        </p:nvSpPr>
        <p:spPr>
          <a:xfrm>
            <a:off x="6008040" y="1357920"/>
            <a:ext cx="2639160" cy="14040"/>
          </a:xfrm>
          <a:prstGeom prst="rect">
            <a:avLst/>
          </a:prstGeom>
          <a:solidFill>
            <a:srgbClr val="d3c5b6"/>
          </a:solidFill>
          <a:ln w="0">
            <a:noFill/>
          </a:ln>
        </p:spPr>
        <p:style>
          <a:lnRef idx="0"/>
          <a:fillRef idx="0"/>
          <a:effectRef idx="0"/>
          <a:fontRef idx="minor"/>
        </p:style>
        <p:txBody>
          <a:bodyPr tIns="7200" bIns="7200" anchor="ctr">
            <a:noAutofit/>
          </a:bodyPr>
          <a:p>
            <a:pPr>
              <a:lnSpc>
                <a:spcPct val="100000"/>
              </a:lnSpc>
              <a:tabLst>
                <a:tab algn="l" pos="0"/>
              </a:tabLst>
            </a:pPr>
            <a:endParaRPr b="0" lang="en-IN" sz="1400" spc="-1" strike="noStrike">
              <a:solidFill>
                <a:srgbClr val="000000"/>
              </a:solidFill>
              <a:latin typeface="Arial"/>
            </a:endParaRPr>
          </a:p>
        </p:txBody>
      </p:sp>
      <p:sp>
        <p:nvSpPr>
          <p:cNvPr id="26" name="Google Shape;40;p5"/>
          <p:cNvSpPr/>
          <p:nvPr/>
        </p:nvSpPr>
        <p:spPr>
          <a:xfrm>
            <a:off x="6008040" y="1450800"/>
            <a:ext cx="2639160" cy="195480"/>
          </a:xfrm>
          <a:prstGeom prst="rect">
            <a:avLst/>
          </a:prstGeom>
          <a:noFill/>
          <a:ln w="0">
            <a:noFill/>
          </a:ln>
        </p:spPr>
        <p:style>
          <a:lnRef idx="0"/>
          <a:fillRef idx="0"/>
          <a:effectRef idx="0"/>
          <a:fontRef idx="minor"/>
        </p:style>
        <p:txBody>
          <a:bodyPr lIns="0" rIns="0" tIns="0" bIns="0" anchor="t">
            <a:noAutofit/>
          </a:bodyPr>
          <a:p>
            <a:pPr>
              <a:lnSpc>
                <a:spcPct val="127000"/>
              </a:lnSpc>
              <a:tabLst>
                <a:tab algn="l" pos="0"/>
              </a:tabLst>
            </a:pPr>
            <a:r>
              <a:rPr b="0" lang="en-US" sz="1000" spc="-1" strike="noStrike">
                <a:solidFill>
                  <a:srgbClr val="746558"/>
                </a:solidFill>
                <a:latin typeface="Gelasio"/>
                <a:ea typeface="Gelasio"/>
              </a:rPr>
              <a:t>Study current technology usage</a:t>
            </a:r>
            <a:endParaRPr b="0" lang="en-IN" sz="1000" spc="-1" strike="noStrike">
              <a:solidFill>
                <a:srgbClr val="000000"/>
              </a:solidFill>
              <a:latin typeface="Arial"/>
            </a:endParaRPr>
          </a:p>
        </p:txBody>
      </p:sp>
      <p:sp>
        <p:nvSpPr>
          <p:cNvPr id="27" name="Google Shape;41;p5"/>
          <p:cNvSpPr/>
          <p:nvPr/>
        </p:nvSpPr>
        <p:spPr>
          <a:xfrm>
            <a:off x="496080" y="2055240"/>
            <a:ext cx="256680" cy="160200"/>
          </a:xfrm>
          <a:prstGeom prst="rect">
            <a:avLst/>
          </a:prstGeom>
          <a:noFill/>
          <a:ln w="0">
            <a:noFill/>
          </a:ln>
        </p:spPr>
        <p:style>
          <a:lnRef idx="0"/>
          <a:fillRef idx="0"/>
          <a:effectRef idx="0"/>
          <a:fontRef idx="minor"/>
        </p:style>
        <p:txBody>
          <a:bodyPr lIns="0" rIns="0" tIns="0" bIns="0" anchor="ctr">
            <a:noAutofit/>
          </a:bodyPr>
          <a:p>
            <a:pPr>
              <a:lnSpc>
                <a:spcPct val="100000"/>
              </a:lnSpc>
              <a:tabLst>
                <a:tab algn="l" pos="0"/>
              </a:tabLst>
            </a:pPr>
            <a:r>
              <a:rPr b="0" lang="en-US" sz="1000" spc="-1" strike="noStrike">
                <a:solidFill>
                  <a:srgbClr val="746558"/>
                </a:solidFill>
                <a:latin typeface="Gelasio"/>
                <a:ea typeface="Gelasio"/>
              </a:rPr>
              <a:t>04</a:t>
            </a:r>
            <a:endParaRPr b="0" lang="en-IN" sz="1000" spc="-1" strike="noStrike">
              <a:solidFill>
                <a:srgbClr val="000000"/>
              </a:solidFill>
              <a:latin typeface="Arial"/>
            </a:endParaRPr>
          </a:p>
        </p:txBody>
      </p:sp>
      <p:sp>
        <p:nvSpPr>
          <p:cNvPr id="28" name="Google Shape;42;p5"/>
          <p:cNvSpPr/>
          <p:nvPr/>
        </p:nvSpPr>
        <p:spPr>
          <a:xfrm>
            <a:off x="496080" y="2259360"/>
            <a:ext cx="2639160" cy="14040"/>
          </a:xfrm>
          <a:prstGeom prst="rect">
            <a:avLst/>
          </a:prstGeom>
          <a:solidFill>
            <a:srgbClr val="d3c5b6"/>
          </a:solidFill>
          <a:ln w="0">
            <a:noFill/>
          </a:ln>
        </p:spPr>
        <p:style>
          <a:lnRef idx="0"/>
          <a:fillRef idx="0"/>
          <a:effectRef idx="0"/>
          <a:fontRef idx="minor"/>
        </p:style>
        <p:txBody>
          <a:bodyPr tIns="7200" bIns="7200" anchor="ctr">
            <a:noAutofit/>
          </a:bodyPr>
          <a:p>
            <a:pPr>
              <a:lnSpc>
                <a:spcPct val="100000"/>
              </a:lnSpc>
              <a:tabLst>
                <a:tab algn="l" pos="0"/>
              </a:tabLst>
            </a:pPr>
            <a:endParaRPr b="0" lang="en-IN" sz="1400" spc="-1" strike="noStrike">
              <a:solidFill>
                <a:srgbClr val="000000"/>
              </a:solidFill>
              <a:latin typeface="Arial"/>
            </a:endParaRPr>
          </a:p>
        </p:txBody>
      </p:sp>
      <p:sp>
        <p:nvSpPr>
          <p:cNvPr id="29" name="Google Shape;43;p5"/>
          <p:cNvSpPr/>
          <p:nvPr/>
        </p:nvSpPr>
        <p:spPr>
          <a:xfrm>
            <a:off x="496080" y="2351880"/>
            <a:ext cx="2639160" cy="195480"/>
          </a:xfrm>
          <a:prstGeom prst="rect">
            <a:avLst/>
          </a:prstGeom>
          <a:noFill/>
          <a:ln w="0">
            <a:noFill/>
          </a:ln>
        </p:spPr>
        <p:style>
          <a:lnRef idx="0"/>
          <a:fillRef idx="0"/>
          <a:effectRef idx="0"/>
          <a:fontRef idx="minor"/>
        </p:style>
        <p:txBody>
          <a:bodyPr lIns="0" rIns="0" tIns="0" bIns="0" anchor="t">
            <a:noAutofit/>
          </a:bodyPr>
          <a:p>
            <a:pPr>
              <a:lnSpc>
                <a:spcPct val="127000"/>
              </a:lnSpc>
              <a:tabLst>
                <a:tab algn="l" pos="0"/>
              </a:tabLst>
            </a:pPr>
            <a:r>
              <a:rPr b="0" lang="en-US" sz="1000" spc="-1" strike="noStrike">
                <a:solidFill>
                  <a:srgbClr val="746558"/>
                </a:solidFill>
                <a:latin typeface="Gelasio"/>
                <a:ea typeface="Gelasio"/>
              </a:rPr>
              <a:t>Identify technology-related difficulties</a:t>
            </a:r>
            <a:endParaRPr b="0" lang="en-IN" sz="1000" spc="-1" strike="noStrike">
              <a:solidFill>
                <a:srgbClr val="000000"/>
              </a:solidFill>
              <a:latin typeface="Arial"/>
            </a:endParaRPr>
          </a:p>
        </p:txBody>
      </p:sp>
      <p:sp>
        <p:nvSpPr>
          <p:cNvPr id="30" name="Google Shape;44;p5"/>
          <p:cNvSpPr/>
          <p:nvPr/>
        </p:nvSpPr>
        <p:spPr>
          <a:xfrm>
            <a:off x="3252240" y="2055240"/>
            <a:ext cx="256680" cy="160200"/>
          </a:xfrm>
          <a:prstGeom prst="rect">
            <a:avLst/>
          </a:prstGeom>
          <a:noFill/>
          <a:ln w="0">
            <a:noFill/>
          </a:ln>
        </p:spPr>
        <p:style>
          <a:lnRef idx="0"/>
          <a:fillRef idx="0"/>
          <a:effectRef idx="0"/>
          <a:fontRef idx="minor"/>
        </p:style>
        <p:txBody>
          <a:bodyPr lIns="0" rIns="0" tIns="0" bIns="0" anchor="ctr">
            <a:noAutofit/>
          </a:bodyPr>
          <a:p>
            <a:pPr>
              <a:lnSpc>
                <a:spcPct val="100000"/>
              </a:lnSpc>
              <a:tabLst>
                <a:tab algn="l" pos="0"/>
              </a:tabLst>
            </a:pPr>
            <a:r>
              <a:rPr b="0" lang="en-US" sz="1000" spc="-1" strike="noStrike">
                <a:solidFill>
                  <a:srgbClr val="746558"/>
                </a:solidFill>
                <a:latin typeface="Gelasio"/>
                <a:ea typeface="Gelasio"/>
              </a:rPr>
              <a:t>05</a:t>
            </a:r>
            <a:endParaRPr b="0" lang="en-IN" sz="1000" spc="-1" strike="noStrike">
              <a:solidFill>
                <a:srgbClr val="000000"/>
              </a:solidFill>
              <a:latin typeface="Arial"/>
            </a:endParaRPr>
          </a:p>
        </p:txBody>
      </p:sp>
      <p:sp>
        <p:nvSpPr>
          <p:cNvPr id="31" name="Google Shape;45;p5"/>
          <p:cNvSpPr/>
          <p:nvPr/>
        </p:nvSpPr>
        <p:spPr>
          <a:xfrm>
            <a:off x="3252240" y="2259360"/>
            <a:ext cx="2639160" cy="14040"/>
          </a:xfrm>
          <a:prstGeom prst="rect">
            <a:avLst/>
          </a:prstGeom>
          <a:solidFill>
            <a:srgbClr val="d3c5b6"/>
          </a:solidFill>
          <a:ln w="0">
            <a:noFill/>
          </a:ln>
        </p:spPr>
        <p:style>
          <a:lnRef idx="0"/>
          <a:fillRef idx="0"/>
          <a:effectRef idx="0"/>
          <a:fontRef idx="minor"/>
        </p:style>
        <p:txBody>
          <a:bodyPr tIns="7200" bIns="7200" anchor="ctr">
            <a:noAutofit/>
          </a:bodyPr>
          <a:p>
            <a:pPr>
              <a:lnSpc>
                <a:spcPct val="100000"/>
              </a:lnSpc>
              <a:tabLst>
                <a:tab algn="l" pos="0"/>
              </a:tabLst>
            </a:pPr>
            <a:endParaRPr b="0" lang="en-IN" sz="1400" spc="-1" strike="noStrike">
              <a:solidFill>
                <a:srgbClr val="000000"/>
              </a:solidFill>
              <a:latin typeface="Arial"/>
            </a:endParaRPr>
          </a:p>
        </p:txBody>
      </p:sp>
      <p:sp>
        <p:nvSpPr>
          <p:cNvPr id="32" name="Google Shape;46;p5"/>
          <p:cNvSpPr/>
          <p:nvPr/>
        </p:nvSpPr>
        <p:spPr>
          <a:xfrm>
            <a:off x="3252240" y="2351880"/>
            <a:ext cx="2639160" cy="195480"/>
          </a:xfrm>
          <a:prstGeom prst="rect">
            <a:avLst/>
          </a:prstGeom>
          <a:noFill/>
          <a:ln w="0">
            <a:noFill/>
          </a:ln>
        </p:spPr>
        <p:style>
          <a:lnRef idx="0"/>
          <a:fillRef idx="0"/>
          <a:effectRef idx="0"/>
          <a:fontRef idx="minor"/>
        </p:style>
        <p:txBody>
          <a:bodyPr lIns="0" rIns="0" tIns="0" bIns="0" anchor="t">
            <a:noAutofit/>
          </a:bodyPr>
          <a:p>
            <a:pPr>
              <a:lnSpc>
                <a:spcPct val="127000"/>
              </a:lnSpc>
              <a:tabLst>
                <a:tab algn="l" pos="0"/>
              </a:tabLst>
            </a:pPr>
            <a:r>
              <a:rPr b="0" lang="en-US" sz="1000" spc="-1" strike="noStrike">
                <a:solidFill>
                  <a:srgbClr val="746558"/>
                </a:solidFill>
                <a:latin typeface="Gelasio"/>
                <a:ea typeface="Gelasio"/>
              </a:rPr>
              <a:t>Understand employees' learning requirements</a:t>
            </a:r>
            <a:endParaRPr b="0" lang="en-IN" sz="1000" spc="-1" strike="noStrike">
              <a:solidFill>
                <a:srgbClr val="000000"/>
              </a:solidFill>
              <a:latin typeface="Arial"/>
            </a:endParaRPr>
          </a:p>
        </p:txBody>
      </p:sp>
      <p:sp>
        <p:nvSpPr>
          <p:cNvPr id="33" name="Google Shape;47;p5"/>
          <p:cNvSpPr/>
          <p:nvPr/>
        </p:nvSpPr>
        <p:spPr>
          <a:xfrm>
            <a:off x="6008040" y="2055240"/>
            <a:ext cx="256680" cy="160200"/>
          </a:xfrm>
          <a:prstGeom prst="rect">
            <a:avLst/>
          </a:prstGeom>
          <a:noFill/>
          <a:ln w="0">
            <a:noFill/>
          </a:ln>
        </p:spPr>
        <p:style>
          <a:lnRef idx="0"/>
          <a:fillRef idx="0"/>
          <a:effectRef idx="0"/>
          <a:fontRef idx="minor"/>
        </p:style>
        <p:txBody>
          <a:bodyPr lIns="0" rIns="0" tIns="0" bIns="0" anchor="ctr">
            <a:noAutofit/>
          </a:bodyPr>
          <a:p>
            <a:pPr>
              <a:lnSpc>
                <a:spcPct val="100000"/>
              </a:lnSpc>
              <a:tabLst>
                <a:tab algn="l" pos="0"/>
              </a:tabLst>
            </a:pPr>
            <a:r>
              <a:rPr b="0" lang="en-US" sz="1000" spc="-1" strike="noStrike">
                <a:solidFill>
                  <a:srgbClr val="746558"/>
                </a:solidFill>
                <a:latin typeface="Gelasio"/>
                <a:ea typeface="Gelasio"/>
              </a:rPr>
              <a:t>06</a:t>
            </a:r>
            <a:endParaRPr b="0" lang="en-IN" sz="1000" spc="-1" strike="noStrike">
              <a:solidFill>
                <a:srgbClr val="000000"/>
              </a:solidFill>
              <a:latin typeface="Arial"/>
            </a:endParaRPr>
          </a:p>
        </p:txBody>
      </p:sp>
      <p:sp>
        <p:nvSpPr>
          <p:cNvPr id="34" name="Google Shape;48;p5"/>
          <p:cNvSpPr/>
          <p:nvPr/>
        </p:nvSpPr>
        <p:spPr>
          <a:xfrm>
            <a:off x="6008040" y="2259360"/>
            <a:ext cx="2639160" cy="14040"/>
          </a:xfrm>
          <a:prstGeom prst="rect">
            <a:avLst/>
          </a:prstGeom>
          <a:solidFill>
            <a:srgbClr val="d3c5b6"/>
          </a:solidFill>
          <a:ln w="0">
            <a:noFill/>
          </a:ln>
        </p:spPr>
        <p:style>
          <a:lnRef idx="0"/>
          <a:fillRef idx="0"/>
          <a:effectRef idx="0"/>
          <a:fontRef idx="minor"/>
        </p:style>
        <p:txBody>
          <a:bodyPr tIns="7200" bIns="7200" anchor="ctr">
            <a:noAutofit/>
          </a:bodyPr>
          <a:p>
            <a:pPr>
              <a:lnSpc>
                <a:spcPct val="100000"/>
              </a:lnSpc>
              <a:tabLst>
                <a:tab algn="l" pos="0"/>
              </a:tabLst>
            </a:pPr>
            <a:endParaRPr b="0" lang="en-IN" sz="1400" spc="-1" strike="noStrike">
              <a:solidFill>
                <a:srgbClr val="000000"/>
              </a:solidFill>
              <a:latin typeface="Arial"/>
            </a:endParaRPr>
          </a:p>
        </p:txBody>
      </p:sp>
      <p:sp>
        <p:nvSpPr>
          <p:cNvPr id="35" name="Google Shape;49;p5"/>
          <p:cNvSpPr/>
          <p:nvPr/>
        </p:nvSpPr>
        <p:spPr>
          <a:xfrm>
            <a:off x="6008040" y="2351880"/>
            <a:ext cx="2639160" cy="195480"/>
          </a:xfrm>
          <a:prstGeom prst="rect">
            <a:avLst/>
          </a:prstGeom>
          <a:noFill/>
          <a:ln w="0">
            <a:noFill/>
          </a:ln>
        </p:spPr>
        <p:style>
          <a:lnRef idx="0"/>
          <a:fillRef idx="0"/>
          <a:effectRef idx="0"/>
          <a:fontRef idx="minor"/>
        </p:style>
        <p:txBody>
          <a:bodyPr lIns="0" rIns="0" tIns="0" bIns="0" anchor="t">
            <a:noAutofit/>
          </a:bodyPr>
          <a:p>
            <a:pPr>
              <a:lnSpc>
                <a:spcPct val="127000"/>
              </a:lnSpc>
              <a:tabLst>
                <a:tab algn="l" pos="0"/>
              </a:tabLst>
            </a:pPr>
            <a:r>
              <a:rPr b="0" lang="en-US" sz="1000" spc="-1" strike="noStrike">
                <a:solidFill>
                  <a:srgbClr val="746558"/>
                </a:solidFill>
                <a:latin typeface="Gelasio"/>
                <a:ea typeface="Gelasio"/>
              </a:rPr>
              <a:t>Provide practical digital-skills training</a:t>
            </a:r>
            <a:endParaRPr b="0" lang="en-IN" sz="1000" spc="-1" strike="noStrike">
              <a:solidFill>
                <a:srgbClr val="000000"/>
              </a:solidFill>
              <a:latin typeface="Arial"/>
            </a:endParaRPr>
          </a:p>
        </p:txBody>
      </p:sp>
      <p:sp>
        <p:nvSpPr>
          <p:cNvPr id="36" name="Google Shape;50;p5"/>
          <p:cNvSpPr/>
          <p:nvPr/>
        </p:nvSpPr>
        <p:spPr>
          <a:xfrm>
            <a:off x="496080" y="2760480"/>
            <a:ext cx="256680" cy="160200"/>
          </a:xfrm>
          <a:prstGeom prst="rect">
            <a:avLst/>
          </a:prstGeom>
          <a:noFill/>
          <a:ln w="0">
            <a:noFill/>
          </a:ln>
        </p:spPr>
        <p:style>
          <a:lnRef idx="0"/>
          <a:fillRef idx="0"/>
          <a:effectRef idx="0"/>
          <a:fontRef idx="minor"/>
        </p:style>
        <p:txBody>
          <a:bodyPr lIns="0" rIns="0" tIns="0" bIns="0" anchor="ctr">
            <a:noAutofit/>
          </a:bodyPr>
          <a:p>
            <a:pPr>
              <a:lnSpc>
                <a:spcPct val="100000"/>
              </a:lnSpc>
              <a:tabLst>
                <a:tab algn="l" pos="0"/>
              </a:tabLst>
            </a:pPr>
            <a:r>
              <a:rPr b="0" lang="en-US" sz="1000" spc="-1" strike="noStrike">
                <a:solidFill>
                  <a:srgbClr val="746558"/>
                </a:solidFill>
                <a:latin typeface="Gelasio"/>
                <a:ea typeface="Gelasio"/>
              </a:rPr>
              <a:t>07</a:t>
            </a:r>
            <a:endParaRPr b="0" lang="en-IN" sz="1000" spc="-1" strike="noStrike">
              <a:solidFill>
                <a:srgbClr val="000000"/>
              </a:solidFill>
              <a:latin typeface="Arial"/>
            </a:endParaRPr>
          </a:p>
        </p:txBody>
      </p:sp>
      <p:sp>
        <p:nvSpPr>
          <p:cNvPr id="37" name="Google Shape;51;p5"/>
          <p:cNvSpPr/>
          <p:nvPr/>
        </p:nvSpPr>
        <p:spPr>
          <a:xfrm>
            <a:off x="496080" y="2964600"/>
            <a:ext cx="8151480" cy="14040"/>
          </a:xfrm>
          <a:prstGeom prst="rect">
            <a:avLst/>
          </a:prstGeom>
          <a:solidFill>
            <a:srgbClr val="d3c5b6"/>
          </a:solidFill>
          <a:ln w="0">
            <a:noFill/>
          </a:ln>
        </p:spPr>
        <p:style>
          <a:lnRef idx="0"/>
          <a:fillRef idx="0"/>
          <a:effectRef idx="0"/>
          <a:fontRef idx="minor"/>
        </p:style>
        <p:txBody>
          <a:bodyPr tIns="7200" bIns="7200" anchor="ctr">
            <a:noAutofit/>
          </a:bodyPr>
          <a:p>
            <a:pPr>
              <a:lnSpc>
                <a:spcPct val="100000"/>
              </a:lnSpc>
              <a:tabLst>
                <a:tab algn="l" pos="0"/>
              </a:tabLst>
            </a:pPr>
            <a:endParaRPr b="0" lang="en-IN" sz="1400" spc="-1" strike="noStrike">
              <a:solidFill>
                <a:srgbClr val="000000"/>
              </a:solidFill>
              <a:latin typeface="Arial"/>
            </a:endParaRPr>
          </a:p>
        </p:txBody>
      </p:sp>
      <p:sp>
        <p:nvSpPr>
          <p:cNvPr id="38" name="Google Shape;52;p5"/>
          <p:cNvSpPr/>
          <p:nvPr/>
        </p:nvSpPr>
        <p:spPr>
          <a:xfrm>
            <a:off x="496080" y="3057480"/>
            <a:ext cx="8151480" cy="195480"/>
          </a:xfrm>
          <a:prstGeom prst="rect">
            <a:avLst/>
          </a:prstGeom>
          <a:noFill/>
          <a:ln w="0">
            <a:noFill/>
          </a:ln>
        </p:spPr>
        <p:style>
          <a:lnRef idx="0"/>
          <a:fillRef idx="0"/>
          <a:effectRef idx="0"/>
          <a:fontRef idx="minor"/>
        </p:style>
        <p:txBody>
          <a:bodyPr lIns="0" rIns="0" tIns="0" bIns="0" anchor="t">
            <a:noAutofit/>
          </a:bodyPr>
          <a:p>
            <a:pPr>
              <a:lnSpc>
                <a:spcPct val="127000"/>
              </a:lnSpc>
              <a:tabLst>
                <a:tab algn="l" pos="0"/>
              </a:tabLst>
            </a:pPr>
            <a:r>
              <a:rPr b="0" lang="en-US" sz="1000" spc="-1" strike="noStrike">
                <a:solidFill>
                  <a:srgbClr val="746558"/>
                </a:solidFill>
                <a:latin typeface="Gelasio"/>
                <a:ea typeface="Gelasio"/>
              </a:rPr>
              <a:t>Support better adoption of workplace technology</a:t>
            </a:r>
            <a:endParaRPr b="0" lang="en-IN" sz="1000" spc="-1" strike="noStrike">
              <a:solidFill>
                <a:srgbClr val="000000"/>
              </a:solidFill>
              <a:latin typeface="Arial"/>
            </a:endParaRPr>
          </a:p>
        </p:txBody>
      </p:sp>
      <p:sp>
        <p:nvSpPr>
          <p:cNvPr id="39" name="Google Shape;53;p5"/>
          <p:cNvSpPr/>
          <p:nvPr/>
        </p:nvSpPr>
        <p:spPr>
          <a:xfrm>
            <a:off x="496080" y="3597120"/>
            <a:ext cx="3918960" cy="200160"/>
          </a:xfrm>
          <a:prstGeom prst="rect">
            <a:avLst/>
          </a:prstGeom>
          <a:noFill/>
          <a:ln w="0">
            <a:noFill/>
          </a:ln>
        </p:spPr>
        <p:style>
          <a:lnRef idx="0"/>
          <a:fillRef idx="0"/>
          <a:effectRef idx="0"/>
          <a:fontRef idx="minor"/>
        </p:style>
        <p:txBody>
          <a:bodyPr lIns="0" rIns="0" tIns="0" bIns="0" anchor="t">
            <a:noAutofit/>
          </a:bodyPr>
          <a:p>
            <a:pPr>
              <a:lnSpc>
                <a:spcPct val="104000"/>
              </a:lnSpc>
              <a:tabLst>
                <a:tab algn="l" pos="0"/>
              </a:tabLst>
            </a:pPr>
            <a:r>
              <a:rPr b="0" lang="en-US" sz="1250" spc="-1" strike="noStrike">
                <a:solidFill>
                  <a:srgbClr val="484237"/>
                </a:solidFill>
                <a:latin typeface="Gelasio SemiBold"/>
                <a:ea typeface="Gelasio SemiBold"/>
              </a:rPr>
              <a:t>Initial Interaction — 2 September</a:t>
            </a:r>
            <a:endParaRPr b="0" lang="en-IN" sz="1250" spc="-1" strike="noStrike">
              <a:solidFill>
                <a:srgbClr val="000000"/>
              </a:solidFill>
              <a:latin typeface="Arial"/>
            </a:endParaRPr>
          </a:p>
        </p:txBody>
      </p:sp>
      <p:sp>
        <p:nvSpPr>
          <p:cNvPr id="40" name="Google Shape;54;p5"/>
          <p:cNvSpPr/>
          <p:nvPr/>
        </p:nvSpPr>
        <p:spPr>
          <a:xfrm>
            <a:off x="496080" y="3914280"/>
            <a:ext cx="3918960" cy="668880"/>
          </a:xfrm>
          <a:prstGeom prst="rect">
            <a:avLst/>
          </a:prstGeom>
          <a:noFill/>
          <a:ln w="0">
            <a:noFill/>
          </a:ln>
        </p:spPr>
        <p:style>
          <a:lnRef idx="0"/>
          <a:fillRef idx="0"/>
          <a:effectRef idx="0"/>
          <a:fontRef idx="minor"/>
        </p:style>
        <p:txBody>
          <a:bodyPr lIns="0" rIns="0" tIns="0" bIns="0" anchor="t">
            <a:noAutofit/>
          </a:bodyPr>
          <a:p>
            <a:pPr marL="203040" indent="-203040">
              <a:lnSpc>
                <a:spcPct val="127000"/>
              </a:lnSpc>
              <a:buClr>
                <a:srgbClr val="746558"/>
              </a:buClr>
              <a:buFont typeface="Gelasio"/>
              <a:buChar char="•"/>
            </a:pPr>
            <a:r>
              <a:rPr b="0" lang="en-US" sz="1000" spc="-1" strike="noStrike">
                <a:solidFill>
                  <a:srgbClr val="746558"/>
                </a:solidFill>
                <a:latin typeface="Gelasio"/>
                <a:ea typeface="Gelasio"/>
              </a:rPr>
              <a:t>Formal introduction</a:t>
            </a:r>
            <a:endParaRPr b="0" lang="en-IN" sz="1000" spc="-1" strike="noStrike">
              <a:solidFill>
                <a:srgbClr val="000000"/>
              </a:solidFill>
              <a:latin typeface="Arial"/>
            </a:endParaRPr>
          </a:p>
          <a:p>
            <a:pPr marL="203040" indent="-203040">
              <a:lnSpc>
                <a:spcPct val="127000"/>
              </a:lnSpc>
              <a:buClr>
                <a:srgbClr val="746558"/>
              </a:buClr>
              <a:buFont typeface="Gelasio"/>
              <a:buChar char="•"/>
            </a:pPr>
            <a:r>
              <a:rPr b="0" lang="en-US" sz="1000" spc="-1" strike="noStrike">
                <a:solidFill>
                  <a:srgbClr val="746558"/>
                </a:solidFill>
                <a:latin typeface="Gelasio"/>
                <a:ea typeface="Gelasio"/>
              </a:rPr>
              <a:t>Project objectives</a:t>
            </a:r>
            <a:endParaRPr b="0" lang="en-IN" sz="1000" spc="-1" strike="noStrike">
              <a:solidFill>
                <a:srgbClr val="000000"/>
              </a:solidFill>
              <a:latin typeface="Arial"/>
            </a:endParaRPr>
          </a:p>
          <a:p>
            <a:pPr marL="203040" indent="-203040">
              <a:lnSpc>
                <a:spcPct val="127000"/>
              </a:lnSpc>
              <a:buClr>
                <a:srgbClr val="746558"/>
              </a:buClr>
              <a:buFont typeface="Gelasio"/>
              <a:buChar char="•"/>
            </a:pPr>
            <a:r>
              <a:rPr b="0" lang="en-US" sz="1000" spc="-1" strike="noStrike">
                <a:solidFill>
                  <a:srgbClr val="746558"/>
                </a:solidFill>
                <a:latin typeface="Gelasio"/>
                <a:ea typeface="Gelasio"/>
              </a:rPr>
              <a:t>Understanding the organization’s work</a:t>
            </a:r>
            <a:endParaRPr b="0" lang="en-IN" sz="1000" spc="-1" strike="noStrike">
              <a:solidFill>
                <a:srgbClr val="000000"/>
              </a:solidFill>
              <a:latin typeface="Arial"/>
            </a:endParaRPr>
          </a:p>
        </p:txBody>
      </p:sp>
      <p:sp>
        <p:nvSpPr>
          <p:cNvPr id="41" name="Google Shape;55;p5"/>
          <p:cNvSpPr/>
          <p:nvPr/>
        </p:nvSpPr>
        <p:spPr>
          <a:xfrm>
            <a:off x="4733640" y="3597120"/>
            <a:ext cx="3918960" cy="200160"/>
          </a:xfrm>
          <a:prstGeom prst="rect">
            <a:avLst/>
          </a:prstGeom>
          <a:noFill/>
          <a:ln w="0">
            <a:noFill/>
          </a:ln>
        </p:spPr>
        <p:style>
          <a:lnRef idx="0"/>
          <a:fillRef idx="0"/>
          <a:effectRef idx="0"/>
          <a:fontRef idx="minor"/>
        </p:style>
        <p:txBody>
          <a:bodyPr lIns="0" rIns="0" tIns="0" bIns="0" anchor="t">
            <a:noAutofit/>
          </a:bodyPr>
          <a:p>
            <a:pPr>
              <a:lnSpc>
                <a:spcPct val="104000"/>
              </a:lnSpc>
              <a:tabLst>
                <a:tab algn="l" pos="0"/>
              </a:tabLst>
            </a:pPr>
            <a:r>
              <a:rPr b="0" lang="en-US" sz="1250" spc="-1" strike="noStrike">
                <a:solidFill>
                  <a:srgbClr val="484237"/>
                </a:solidFill>
                <a:latin typeface="Gelasio SemiBold"/>
                <a:ea typeface="Gelasio SemiBold"/>
              </a:rPr>
              <a:t>Employee Engagement — 9 September</a:t>
            </a:r>
            <a:endParaRPr b="0" lang="en-IN" sz="1250" spc="-1" strike="noStrike">
              <a:solidFill>
                <a:srgbClr val="000000"/>
              </a:solidFill>
              <a:latin typeface="Arial"/>
            </a:endParaRPr>
          </a:p>
        </p:txBody>
      </p:sp>
      <p:sp>
        <p:nvSpPr>
          <p:cNvPr id="42" name="Google Shape;56;p5"/>
          <p:cNvSpPr/>
          <p:nvPr/>
        </p:nvSpPr>
        <p:spPr>
          <a:xfrm>
            <a:off x="4733640" y="3914280"/>
            <a:ext cx="3918960" cy="668880"/>
          </a:xfrm>
          <a:prstGeom prst="rect">
            <a:avLst/>
          </a:prstGeom>
          <a:noFill/>
          <a:ln w="0">
            <a:noFill/>
          </a:ln>
        </p:spPr>
        <p:style>
          <a:lnRef idx="0"/>
          <a:fillRef idx="0"/>
          <a:effectRef idx="0"/>
          <a:fontRef idx="minor"/>
        </p:style>
        <p:txBody>
          <a:bodyPr lIns="0" rIns="0" tIns="0" bIns="0" anchor="t">
            <a:noAutofit/>
          </a:bodyPr>
          <a:p>
            <a:pPr marL="203040" indent="-203040">
              <a:lnSpc>
                <a:spcPct val="127000"/>
              </a:lnSpc>
              <a:buClr>
                <a:srgbClr val="746558"/>
              </a:buClr>
              <a:buFont typeface="Gelasio"/>
              <a:buChar char="•"/>
            </a:pPr>
            <a:r>
              <a:rPr b="0" lang="en-US" sz="1000" spc="-1" strike="noStrike">
                <a:solidFill>
                  <a:srgbClr val="746558"/>
                </a:solidFill>
                <a:latin typeface="Gelasio"/>
                <a:ea typeface="Gelasio"/>
              </a:rPr>
              <a:t>Interaction with available staff</a:t>
            </a:r>
            <a:endParaRPr b="0" lang="en-IN" sz="1000" spc="-1" strike="noStrike">
              <a:solidFill>
                <a:srgbClr val="000000"/>
              </a:solidFill>
              <a:latin typeface="Arial"/>
            </a:endParaRPr>
          </a:p>
          <a:p>
            <a:pPr marL="203040" indent="-203040">
              <a:lnSpc>
                <a:spcPct val="127000"/>
              </a:lnSpc>
              <a:buClr>
                <a:srgbClr val="746558"/>
              </a:buClr>
              <a:buFont typeface="Gelasio"/>
              <a:buChar char="•"/>
            </a:pPr>
            <a:r>
              <a:rPr b="0" lang="en-US" sz="1000" spc="-1" strike="noStrike">
                <a:solidFill>
                  <a:srgbClr val="746558"/>
                </a:solidFill>
                <a:latin typeface="Gelasio"/>
                <a:ea typeface="Gelasio"/>
              </a:rPr>
              <a:t>One-to-one discussions</a:t>
            </a:r>
            <a:endParaRPr b="0" lang="en-IN" sz="1000" spc="-1" strike="noStrike">
              <a:solidFill>
                <a:srgbClr val="000000"/>
              </a:solidFill>
              <a:latin typeface="Arial"/>
            </a:endParaRPr>
          </a:p>
          <a:p>
            <a:pPr marL="203040" indent="-203040">
              <a:lnSpc>
                <a:spcPct val="127000"/>
              </a:lnSpc>
              <a:buClr>
                <a:srgbClr val="746558"/>
              </a:buClr>
              <a:buFont typeface="Gelasio"/>
              <a:buChar char="•"/>
            </a:pPr>
            <a:r>
              <a:rPr b="0" lang="en-US" sz="1000" spc="-1" strike="noStrike">
                <a:solidFill>
                  <a:srgbClr val="746558"/>
                </a:solidFill>
                <a:latin typeface="Gelasio"/>
                <a:ea typeface="Gelasio"/>
              </a:rPr>
              <a:t>Technology gaps and available devices</a:t>
            </a:r>
            <a:endParaRPr b="0" lang="en-IN" sz="1000" spc="-1" strike="noStrike">
              <a:solidFill>
                <a:srgbClr val="000000"/>
              </a:solidFill>
              <a:latin typeface="Arial"/>
            </a:endParaRPr>
          </a:p>
        </p:txBody>
      </p:sp>
      <p:sp>
        <p:nvSpPr>
          <p:cNvPr id="43" name="Google Shape;57;p5"/>
          <p:cNvSpPr/>
          <p:nvPr/>
        </p:nvSpPr>
        <p:spPr>
          <a:xfrm>
            <a:off x="8025120" y="4850280"/>
            <a:ext cx="1118520" cy="292680"/>
          </a:xfrm>
          <a:prstGeom prst="rect">
            <a:avLst/>
          </a:prstGeom>
          <a:solidFill>
            <a:srgbClr val="f9f7f0"/>
          </a:solidFill>
          <a:ln w="0">
            <a:noFill/>
          </a:ln>
        </p:spPr>
        <p:style>
          <a:lnRef idx="0"/>
          <a:fillRef idx="0"/>
          <a:effectRef idx="0"/>
          <a:fontRef idx="minor"/>
        </p:style>
        <p:txBody>
          <a:bodyPr tIns="91440" bIns="91440" anchor="t">
            <a:noAutofit/>
          </a:bodyPr>
          <a:p>
            <a:pPr>
              <a:lnSpc>
                <a:spcPct val="100000"/>
              </a:lnSpc>
              <a:tabLst>
                <a:tab algn="l" pos="0"/>
              </a:tabLst>
            </a:pPr>
            <a:endParaRPr b="0" lang="en-IN" sz="14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4" name="Google Shape;63;p6"/>
          <p:cNvSpPr/>
          <p:nvPr/>
        </p:nvSpPr>
        <p:spPr>
          <a:xfrm>
            <a:off x="496080" y="353880"/>
            <a:ext cx="8151480" cy="221040"/>
          </a:xfrm>
          <a:prstGeom prst="rect">
            <a:avLst/>
          </a:prstGeom>
          <a:noFill/>
          <a:ln w="0">
            <a:noFill/>
          </a:ln>
        </p:spPr>
        <p:style>
          <a:lnRef idx="0"/>
          <a:fillRef idx="0"/>
          <a:effectRef idx="0"/>
          <a:fontRef idx="minor"/>
        </p:style>
        <p:txBody>
          <a:bodyPr lIns="0" rIns="0" tIns="0" bIns="0" anchor="t">
            <a:noAutofit/>
          </a:bodyPr>
          <a:p>
            <a:pPr>
              <a:lnSpc>
                <a:spcPct val="104000"/>
              </a:lnSpc>
              <a:tabLst>
                <a:tab algn="l" pos="0"/>
              </a:tabLst>
            </a:pPr>
            <a:r>
              <a:rPr b="1" lang="en-US" sz="1350" spc="-1" strike="noStrike">
                <a:solidFill>
                  <a:srgbClr val="484237"/>
                </a:solidFill>
                <a:latin typeface="Gelasio SemiBold"/>
                <a:ea typeface="Gelasio SemiBold"/>
              </a:rPr>
              <a:t>Understanding the Employees Before Designing the Solution</a:t>
            </a:r>
            <a:endParaRPr b="1" lang="en-IN" sz="1350" spc="-1" strike="noStrike">
              <a:solidFill>
                <a:srgbClr val="000000"/>
              </a:solidFill>
              <a:latin typeface="Arial"/>
            </a:endParaRPr>
          </a:p>
        </p:txBody>
      </p:sp>
      <p:sp>
        <p:nvSpPr>
          <p:cNvPr id="45" name="Google Shape;64;p6"/>
          <p:cNvSpPr/>
          <p:nvPr/>
        </p:nvSpPr>
        <p:spPr>
          <a:xfrm>
            <a:off x="496080" y="934200"/>
            <a:ext cx="2234880" cy="1315080"/>
          </a:xfrm>
          <a:prstGeom prst="rect">
            <a:avLst/>
          </a:prstGeom>
          <a:noFill/>
          <a:ln w="0">
            <a:noFill/>
          </a:ln>
        </p:spPr>
        <p:style>
          <a:lnRef idx="0"/>
          <a:fillRef idx="0"/>
          <a:effectRef idx="0"/>
          <a:fontRef idx="minor"/>
        </p:style>
        <p:txBody>
          <a:bodyPr lIns="0" rIns="0" tIns="0" bIns="0" anchor="t">
            <a:noAutofit/>
          </a:bodyPr>
          <a:p>
            <a:pPr>
              <a:lnSpc>
                <a:spcPct val="100000"/>
              </a:lnSpc>
              <a:tabLst>
                <a:tab algn="l" pos="0"/>
              </a:tabLst>
            </a:pPr>
            <a:r>
              <a:rPr b="0" lang="en-US" sz="1450" spc="-1" strike="noStrike">
                <a:solidFill>
                  <a:srgbClr val="746558"/>
                </a:solidFill>
                <a:latin typeface="Gelasio"/>
                <a:ea typeface="Gelasio"/>
              </a:rPr>
              <a:t>We conducted a structured workplace technology survey to understand employee needs before deciding which technology to teach.</a:t>
            </a:r>
            <a:endParaRPr b="0" lang="en-IN" sz="1450" spc="-1" strike="noStrike">
              <a:solidFill>
                <a:srgbClr val="000000"/>
              </a:solidFill>
              <a:latin typeface="Arial"/>
            </a:endParaRPr>
          </a:p>
        </p:txBody>
      </p:sp>
      <p:pic>
        <p:nvPicPr>
          <p:cNvPr id="46" name="Google Shape;65;p6" descr="preencoded.png"/>
          <p:cNvPicPr/>
          <p:nvPr/>
        </p:nvPicPr>
        <p:blipFill>
          <a:blip r:embed="rId1"/>
          <a:stretch/>
        </p:blipFill>
        <p:spPr>
          <a:xfrm>
            <a:off x="2950200" y="915120"/>
            <a:ext cx="5653440" cy="3179880"/>
          </a:xfrm>
          <a:prstGeom prst="rect">
            <a:avLst/>
          </a:prstGeom>
          <a:ln w="0">
            <a:noFill/>
          </a:ln>
        </p:spPr>
      </p:pic>
      <p:sp>
        <p:nvSpPr>
          <p:cNvPr id="47" name="Google Shape;66;p6"/>
          <p:cNvSpPr/>
          <p:nvPr/>
        </p:nvSpPr>
        <p:spPr>
          <a:xfrm>
            <a:off x="494280" y="2922480"/>
            <a:ext cx="2128680" cy="2883960"/>
          </a:xfrm>
          <a:prstGeom prst="rect">
            <a:avLst/>
          </a:prstGeom>
          <a:noFill/>
          <a:ln w="0">
            <a:noFill/>
          </a:ln>
        </p:spPr>
        <p:style>
          <a:lnRef idx="0"/>
          <a:fillRef idx="0"/>
          <a:effectRef idx="0"/>
          <a:fontRef idx="minor"/>
        </p:style>
        <p:txBody>
          <a:bodyPr lIns="0" rIns="0" tIns="0" bIns="0" anchor="t">
            <a:noAutofit/>
          </a:bodyPr>
          <a:p>
            <a:pPr>
              <a:lnSpc>
                <a:spcPct val="100000"/>
              </a:lnSpc>
              <a:tabLst>
                <a:tab algn="l" pos="0"/>
              </a:tabLst>
            </a:pPr>
            <a:r>
              <a:rPr b="1" lang="en-US" sz="1450" spc="-1" strike="noStrike">
                <a:solidFill>
                  <a:srgbClr val="746558"/>
                </a:solidFill>
                <a:latin typeface="Gelasio"/>
                <a:ea typeface="Gelasio"/>
              </a:rPr>
              <a:t>"We first studied the employees' actual needs instead of assuming which technology they needed."</a:t>
            </a:r>
            <a:endParaRPr b="0" lang="en-IN" sz="1450" spc="-1" strike="noStrike">
              <a:solidFill>
                <a:srgbClr val="000000"/>
              </a:solidFill>
              <a:latin typeface="Arial"/>
            </a:endParaRPr>
          </a:p>
        </p:txBody>
      </p:sp>
      <p:sp>
        <p:nvSpPr>
          <p:cNvPr id="48" name="Google Shape;67;p6"/>
          <p:cNvSpPr/>
          <p:nvPr/>
        </p:nvSpPr>
        <p:spPr>
          <a:xfrm>
            <a:off x="496080" y="4961520"/>
            <a:ext cx="9000" cy="164160"/>
          </a:xfrm>
          <a:prstGeom prst="roundRect">
            <a:avLst>
              <a:gd name="adj" fmla="val 50000"/>
            </a:avLst>
          </a:prstGeom>
          <a:solidFill>
            <a:srgbClr val="d3c5b6"/>
          </a:solidFill>
          <a:ln w="0">
            <a:noFill/>
          </a:ln>
        </p:spPr>
        <p:style>
          <a:lnRef idx="0"/>
          <a:fillRef idx="0"/>
          <a:effectRef idx="0"/>
          <a:fontRef idx="minor"/>
        </p:style>
        <p:txBody>
          <a:bodyPr tIns="81000" bIns="81000" anchor="ctr">
            <a:noAutofit/>
          </a:bodyPr>
          <a:p>
            <a:pPr>
              <a:lnSpc>
                <a:spcPct val="100000"/>
              </a:lnSpc>
              <a:tabLst>
                <a:tab algn="l" pos="0"/>
              </a:tabLst>
            </a:pPr>
            <a:endParaRPr b="0" lang="en-IN" sz="1400" spc="-1" strike="noStrike">
              <a:solidFill>
                <a:srgbClr val="000000"/>
              </a:solidFill>
              <a:latin typeface="Arial"/>
            </a:endParaRPr>
          </a:p>
        </p:txBody>
      </p:sp>
      <p:sp>
        <p:nvSpPr>
          <p:cNvPr id="49" name="Google Shape;68;p6"/>
          <p:cNvSpPr/>
          <p:nvPr/>
        </p:nvSpPr>
        <p:spPr>
          <a:xfrm>
            <a:off x="8025120" y="4850280"/>
            <a:ext cx="1118520" cy="292680"/>
          </a:xfrm>
          <a:prstGeom prst="rect">
            <a:avLst/>
          </a:prstGeom>
          <a:solidFill>
            <a:srgbClr val="f9f7f0"/>
          </a:solidFill>
          <a:ln w="0">
            <a:noFill/>
          </a:ln>
        </p:spPr>
        <p:style>
          <a:lnRef idx="0"/>
          <a:fillRef idx="0"/>
          <a:effectRef idx="0"/>
          <a:fontRef idx="minor"/>
        </p:style>
        <p:txBody>
          <a:bodyPr tIns="91440" bIns="91440" anchor="t">
            <a:noAutofit/>
          </a:bodyPr>
          <a:p>
            <a:pPr>
              <a:lnSpc>
                <a:spcPct val="100000"/>
              </a:lnSpc>
              <a:tabLst>
                <a:tab algn="l" pos="0"/>
              </a:tabLst>
            </a:pPr>
            <a:endParaRPr b="0" lang="en-IN" sz="14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0" name="Google Shape;74;p7"/>
          <p:cNvSpPr/>
          <p:nvPr/>
        </p:nvSpPr>
        <p:spPr>
          <a:xfrm>
            <a:off x="496080" y="291240"/>
            <a:ext cx="8151480" cy="421920"/>
          </a:xfrm>
          <a:prstGeom prst="rect">
            <a:avLst/>
          </a:prstGeom>
          <a:noFill/>
          <a:ln w="0">
            <a:noFill/>
          </a:ln>
        </p:spPr>
        <p:style>
          <a:lnRef idx="0"/>
          <a:fillRef idx="0"/>
          <a:effectRef idx="0"/>
          <a:fontRef idx="minor"/>
        </p:style>
        <p:txBody>
          <a:bodyPr lIns="0" rIns="0" tIns="0" bIns="0" anchor="t">
            <a:noAutofit/>
          </a:bodyPr>
          <a:p>
            <a:pPr>
              <a:lnSpc>
                <a:spcPct val="104000"/>
              </a:lnSpc>
              <a:tabLst>
                <a:tab algn="l" pos="0"/>
              </a:tabLst>
            </a:pPr>
            <a:r>
              <a:rPr b="1" lang="en-US" sz="2650" spc="-1" strike="noStrike">
                <a:solidFill>
                  <a:srgbClr val="484237"/>
                </a:solidFill>
                <a:latin typeface="Gelasio SemiBold"/>
                <a:ea typeface="Gelasio SemiBold"/>
              </a:rPr>
              <a:t>Key Findings</a:t>
            </a:r>
            <a:endParaRPr b="1" lang="en-IN" sz="2650" spc="-1" strike="noStrike">
              <a:solidFill>
                <a:srgbClr val="000000"/>
              </a:solidFill>
              <a:latin typeface="Arial"/>
            </a:endParaRPr>
          </a:p>
        </p:txBody>
      </p:sp>
      <p:pic>
        <p:nvPicPr>
          <p:cNvPr id="51" name="Google Shape;75;p7" descr="preencoded.png"/>
          <p:cNvPicPr/>
          <p:nvPr/>
        </p:nvPicPr>
        <p:blipFill>
          <a:blip r:embed="rId1"/>
          <a:stretch/>
        </p:blipFill>
        <p:spPr>
          <a:xfrm>
            <a:off x="496080" y="934920"/>
            <a:ext cx="337320" cy="337320"/>
          </a:xfrm>
          <a:prstGeom prst="rect">
            <a:avLst/>
          </a:prstGeom>
          <a:ln w="0">
            <a:noFill/>
          </a:ln>
        </p:spPr>
      </p:pic>
      <p:sp>
        <p:nvSpPr>
          <p:cNvPr id="52" name="Google Shape;76;p7"/>
          <p:cNvSpPr/>
          <p:nvPr/>
        </p:nvSpPr>
        <p:spPr>
          <a:xfrm>
            <a:off x="496080" y="1433520"/>
            <a:ext cx="2609640" cy="210600"/>
          </a:xfrm>
          <a:prstGeom prst="rect">
            <a:avLst/>
          </a:prstGeom>
          <a:noFill/>
          <a:ln w="0">
            <a:noFill/>
          </a:ln>
        </p:spPr>
        <p:style>
          <a:lnRef idx="0"/>
          <a:fillRef idx="0"/>
          <a:effectRef idx="0"/>
          <a:fontRef idx="minor"/>
        </p:style>
        <p:txBody>
          <a:bodyPr lIns="0" rIns="0" tIns="0" bIns="0" anchor="t">
            <a:noAutofit/>
          </a:bodyPr>
          <a:p>
            <a:pPr>
              <a:lnSpc>
                <a:spcPct val="104000"/>
              </a:lnSpc>
              <a:tabLst>
                <a:tab algn="l" pos="0"/>
              </a:tabLst>
            </a:pPr>
            <a:r>
              <a:rPr b="0" lang="en-US" sz="1300" spc="-1" strike="noStrike">
                <a:solidFill>
                  <a:srgbClr val="746558"/>
                </a:solidFill>
                <a:latin typeface="Gelasio SemiBold"/>
                <a:ea typeface="Gelasio SemiBold"/>
              </a:rPr>
              <a:t>Limited Digital Literacy</a:t>
            </a:r>
            <a:endParaRPr b="0" lang="en-IN" sz="1300" spc="-1" strike="noStrike">
              <a:solidFill>
                <a:srgbClr val="000000"/>
              </a:solidFill>
              <a:latin typeface="Arial"/>
            </a:endParaRPr>
          </a:p>
        </p:txBody>
      </p:sp>
      <p:sp>
        <p:nvSpPr>
          <p:cNvPr id="53" name="Google Shape;77;p7"/>
          <p:cNvSpPr/>
          <p:nvPr/>
        </p:nvSpPr>
        <p:spPr>
          <a:xfrm>
            <a:off x="496080" y="1721880"/>
            <a:ext cx="2609640" cy="421920"/>
          </a:xfrm>
          <a:prstGeom prst="rect">
            <a:avLst/>
          </a:prstGeom>
          <a:noFill/>
          <a:ln w="0">
            <a:noFill/>
          </a:ln>
        </p:spPr>
        <p:style>
          <a:lnRef idx="0"/>
          <a:fillRef idx="0"/>
          <a:effectRef idx="0"/>
          <a:fontRef idx="minor"/>
        </p:style>
        <p:txBody>
          <a:bodyPr lIns="0" rIns="0" tIns="0" bIns="0" anchor="t">
            <a:noAutofit/>
          </a:bodyPr>
          <a:p>
            <a:pPr>
              <a:lnSpc>
                <a:spcPct val="130000"/>
              </a:lnSpc>
              <a:tabLst>
                <a:tab algn="l" pos="0"/>
              </a:tabLst>
            </a:pPr>
            <a:r>
              <a:rPr b="0" lang="en-US" sz="1050" spc="-1" strike="noStrike">
                <a:solidFill>
                  <a:srgbClr val="746558"/>
                </a:solidFill>
                <a:latin typeface="Gelasio"/>
                <a:ea typeface="Gelasio"/>
              </a:rPr>
              <a:t>Many employees had limited familiarity with computers and modern digital tools.</a:t>
            </a:r>
            <a:endParaRPr b="0" lang="en-IN" sz="1050" spc="-1" strike="noStrike">
              <a:solidFill>
                <a:srgbClr val="000000"/>
              </a:solidFill>
              <a:latin typeface="Arial"/>
            </a:endParaRPr>
          </a:p>
        </p:txBody>
      </p:sp>
      <p:pic>
        <p:nvPicPr>
          <p:cNvPr id="54" name="Google Shape;78;p7" descr="preencoded.png"/>
          <p:cNvPicPr/>
          <p:nvPr/>
        </p:nvPicPr>
        <p:blipFill>
          <a:blip r:embed="rId2"/>
          <a:stretch/>
        </p:blipFill>
        <p:spPr>
          <a:xfrm>
            <a:off x="3267000" y="934920"/>
            <a:ext cx="337320" cy="337320"/>
          </a:xfrm>
          <a:prstGeom prst="rect">
            <a:avLst/>
          </a:prstGeom>
          <a:ln w="0">
            <a:noFill/>
          </a:ln>
        </p:spPr>
      </p:pic>
      <p:sp>
        <p:nvSpPr>
          <p:cNvPr id="55" name="Google Shape;79;p7"/>
          <p:cNvSpPr/>
          <p:nvPr/>
        </p:nvSpPr>
        <p:spPr>
          <a:xfrm>
            <a:off x="3267000" y="1433520"/>
            <a:ext cx="2609640" cy="421920"/>
          </a:xfrm>
          <a:prstGeom prst="rect">
            <a:avLst/>
          </a:prstGeom>
          <a:noFill/>
          <a:ln w="0">
            <a:noFill/>
          </a:ln>
        </p:spPr>
        <p:style>
          <a:lnRef idx="0"/>
          <a:fillRef idx="0"/>
          <a:effectRef idx="0"/>
          <a:fontRef idx="minor"/>
        </p:style>
        <p:txBody>
          <a:bodyPr lIns="0" rIns="0" tIns="0" bIns="0" anchor="t">
            <a:noAutofit/>
          </a:bodyPr>
          <a:p>
            <a:pPr>
              <a:lnSpc>
                <a:spcPct val="104000"/>
              </a:lnSpc>
              <a:tabLst>
                <a:tab algn="l" pos="0"/>
              </a:tabLst>
            </a:pPr>
            <a:r>
              <a:rPr b="0" lang="en-US" sz="1300" spc="-1" strike="noStrike">
                <a:solidFill>
                  <a:srgbClr val="746558"/>
                </a:solidFill>
                <a:latin typeface="Gelasio SemiBold"/>
                <a:ea typeface="Gelasio SemiBold"/>
              </a:rPr>
              <a:t>Hardware &amp; Software Knowledge Gap</a:t>
            </a:r>
            <a:endParaRPr b="0" lang="en-IN" sz="1300" spc="-1" strike="noStrike">
              <a:solidFill>
                <a:srgbClr val="000000"/>
              </a:solidFill>
              <a:latin typeface="Arial"/>
            </a:endParaRPr>
          </a:p>
        </p:txBody>
      </p:sp>
      <p:sp>
        <p:nvSpPr>
          <p:cNvPr id="56" name="Google Shape;80;p7"/>
          <p:cNvSpPr/>
          <p:nvPr/>
        </p:nvSpPr>
        <p:spPr>
          <a:xfrm>
            <a:off x="3267000" y="1933200"/>
            <a:ext cx="2609640" cy="421920"/>
          </a:xfrm>
          <a:prstGeom prst="rect">
            <a:avLst/>
          </a:prstGeom>
          <a:noFill/>
          <a:ln w="0">
            <a:noFill/>
          </a:ln>
        </p:spPr>
        <p:style>
          <a:lnRef idx="0"/>
          <a:fillRef idx="0"/>
          <a:effectRef idx="0"/>
          <a:fontRef idx="minor"/>
        </p:style>
        <p:txBody>
          <a:bodyPr lIns="0" rIns="0" tIns="0" bIns="0" anchor="t">
            <a:noAutofit/>
          </a:bodyPr>
          <a:p>
            <a:pPr>
              <a:lnSpc>
                <a:spcPct val="130000"/>
              </a:lnSpc>
              <a:tabLst>
                <a:tab algn="l" pos="0"/>
              </a:tabLst>
            </a:pPr>
            <a:r>
              <a:rPr b="0" lang="en-US" sz="1050" spc="-1" strike="noStrike">
                <a:solidFill>
                  <a:srgbClr val="746558"/>
                </a:solidFill>
                <a:latin typeface="Gelasio"/>
                <a:ea typeface="Gelasio"/>
              </a:rPr>
              <a:t>Employees required better understanding of basic hardware and software concepts.</a:t>
            </a:r>
            <a:endParaRPr b="0" lang="en-IN" sz="1050" spc="-1" strike="noStrike">
              <a:solidFill>
                <a:srgbClr val="000000"/>
              </a:solidFill>
              <a:latin typeface="Arial"/>
            </a:endParaRPr>
          </a:p>
        </p:txBody>
      </p:sp>
      <p:pic>
        <p:nvPicPr>
          <p:cNvPr id="57" name="Google Shape;81;p7" descr="preencoded.png"/>
          <p:cNvPicPr/>
          <p:nvPr/>
        </p:nvPicPr>
        <p:blipFill>
          <a:blip r:embed="rId3"/>
          <a:stretch/>
        </p:blipFill>
        <p:spPr>
          <a:xfrm>
            <a:off x="6037920" y="934920"/>
            <a:ext cx="337320" cy="337320"/>
          </a:xfrm>
          <a:prstGeom prst="rect">
            <a:avLst/>
          </a:prstGeom>
          <a:ln w="0">
            <a:noFill/>
          </a:ln>
        </p:spPr>
      </p:pic>
      <p:sp>
        <p:nvSpPr>
          <p:cNvPr id="58" name="Google Shape;82;p7"/>
          <p:cNvSpPr/>
          <p:nvPr/>
        </p:nvSpPr>
        <p:spPr>
          <a:xfrm>
            <a:off x="6037920" y="1433520"/>
            <a:ext cx="2609640" cy="421920"/>
          </a:xfrm>
          <a:prstGeom prst="rect">
            <a:avLst/>
          </a:prstGeom>
          <a:noFill/>
          <a:ln w="0">
            <a:noFill/>
          </a:ln>
        </p:spPr>
        <p:style>
          <a:lnRef idx="0"/>
          <a:fillRef idx="0"/>
          <a:effectRef idx="0"/>
          <a:fontRef idx="minor"/>
        </p:style>
        <p:txBody>
          <a:bodyPr lIns="0" rIns="0" tIns="0" bIns="0" anchor="t">
            <a:noAutofit/>
          </a:bodyPr>
          <a:p>
            <a:pPr>
              <a:lnSpc>
                <a:spcPct val="104000"/>
              </a:lnSpc>
              <a:tabLst>
                <a:tab algn="l" pos="0"/>
              </a:tabLst>
            </a:pPr>
            <a:r>
              <a:rPr b="0" lang="en-US" sz="1300" spc="-1" strike="noStrike">
                <a:solidFill>
                  <a:srgbClr val="746558"/>
                </a:solidFill>
                <a:latin typeface="Gelasio SemiBold"/>
                <a:ea typeface="Gelasio SemiBold"/>
              </a:rPr>
              <a:t>No Structured Training Program</a:t>
            </a:r>
            <a:endParaRPr b="0" lang="en-IN" sz="1300" spc="-1" strike="noStrike">
              <a:solidFill>
                <a:srgbClr val="000000"/>
              </a:solidFill>
              <a:latin typeface="Arial"/>
            </a:endParaRPr>
          </a:p>
        </p:txBody>
      </p:sp>
      <p:sp>
        <p:nvSpPr>
          <p:cNvPr id="59" name="Google Shape;83;p7"/>
          <p:cNvSpPr/>
          <p:nvPr/>
        </p:nvSpPr>
        <p:spPr>
          <a:xfrm>
            <a:off x="6037920" y="1789200"/>
            <a:ext cx="2609640" cy="421920"/>
          </a:xfrm>
          <a:prstGeom prst="rect">
            <a:avLst/>
          </a:prstGeom>
          <a:noFill/>
          <a:ln w="0">
            <a:noFill/>
          </a:ln>
        </p:spPr>
        <p:style>
          <a:lnRef idx="0"/>
          <a:fillRef idx="0"/>
          <a:effectRef idx="0"/>
          <a:fontRef idx="minor"/>
        </p:style>
        <p:txBody>
          <a:bodyPr lIns="0" rIns="0" tIns="0" bIns="0" anchor="t">
            <a:noAutofit/>
          </a:bodyPr>
          <a:p>
            <a:pPr>
              <a:lnSpc>
                <a:spcPct val="130000"/>
              </a:lnSpc>
              <a:tabLst>
                <a:tab algn="l" pos="0"/>
              </a:tabLst>
            </a:pPr>
            <a:r>
              <a:rPr b="0" lang="en-US" sz="1050" spc="-1" strike="noStrike">
                <a:solidFill>
                  <a:srgbClr val="746558"/>
                </a:solidFill>
                <a:latin typeface="Gelasio"/>
                <a:ea typeface="Gelasio"/>
              </a:rPr>
              <a:t>There was no systematic digital-skills training program.</a:t>
            </a:r>
            <a:endParaRPr b="0" lang="en-IN" sz="1050" spc="-1" strike="noStrike">
              <a:solidFill>
                <a:srgbClr val="000000"/>
              </a:solidFill>
              <a:latin typeface="Arial"/>
            </a:endParaRPr>
          </a:p>
        </p:txBody>
      </p:sp>
      <p:pic>
        <p:nvPicPr>
          <p:cNvPr id="60" name="Google Shape;84;p7" descr="preencoded.png"/>
          <p:cNvPicPr/>
          <p:nvPr/>
        </p:nvPicPr>
        <p:blipFill>
          <a:blip r:embed="rId4"/>
          <a:stretch/>
        </p:blipFill>
        <p:spPr>
          <a:xfrm>
            <a:off x="496080" y="2756880"/>
            <a:ext cx="337320" cy="337320"/>
          </a:xfrm>
          <a:prstGeom prst="rect">
            <a:avLst/>
          </a:prstGeom>
          <a:ln w="0">
            <a:noFill/>
          </a:ln>
        </p:spPr>
      </p:pic>
      <p:sp>
        <p:nvSpPr>
          <p:cNvPr id="61" name="Google Shape;85;p7"/>
          <p:cNvSpPr/>
          <p:nvPr/>
        </p:nvSpPr>
        <p:spPr>
          <a:xfrm>
            <a:off x="496080" y="3255480"/>
            <a:ext cx="2609640" cy="421920"/>
          </a:xfrm>
          <a:prstGeom prst="rect">
            <a:avLst/>
          </a:prstGeom>
          <a:noFill/>
          <a:ln w="0">
            <a:noFill/>
          </a:ln>
        </p:spPr>
        <p:style>
          <a:lnRef idx="0"/>
          <a:fillRef idx="0"/>
          <a:effectRef idx="0"/>
          <a:fontRef idx="minor"/>
        </p:style>
        <p:txBody>
          <a:bodyPr lIns="0" rIns="0" tIns="0" bIns="0" anchor="t">
            <a:noAutofit/>
          </a:bodyPr>
          <a:p>
            <a:pPr>
              <a:lnSpc>
                <a:spcPct val="104000"/>
              </a:lnSpc>
              <a:tabLst>
                <a:tab algn="l" pos="0"/>
              </a:tabLst>
            </a:pPr>
            <a:r>
              <a:rPr b="0" lang="en-US" sz="1300" spc="-1" strike="noStrike">
                <a:solidFill>
                  <a:srgbClr val="746558"/>
                </a:solidFill>
                <a:latin typeface="Gelasio SemiBold"/>
                <a:ea typeface="Gelasio SemiBold"/>
              </a:rPr>
              <a:t>Existing Resources Were Underutilized</a:t>
            </a:r>
            <a:endParaRPr b="0" lang="en-IN" sz="1300" spc="-1" strike="noStrike">
              <a:solidFill>
                <a:srgbClr val="000000"/>
              </a:solidFill>
              <a:latin typeface="Arial"/>
            </a:endParaRPr>
          </a:p>
        </p:txBody>
      </p:sp>
      <p:sp>
        <p:nvSpPr>
          <p:cNvPr id="62" name="Google Shape;86;p7"/>
          <p:cNvSpPr/>
          <p:nvPr/>
        </p:nvSpPr>
        <p:spPr>
          <a:xfrm>
            <a:off x="496080" y="3755160"/>
            <a:ext cx="2609640" cy="632880"/>
          </a:xfrm>
          <a:prstGeom prst="rect">
            <a:avLst/>
          </a:prstGeom>
          <a:noFill/>
          <a:ln w="0">
            <a:noFill/>
          </a:ln>
        </p:spPr>
        <p:style>
          <a:lnRef idx="0"/>
          <a:fillRef idx="0"/>
          <a:effectRef idx="0"/>
          <a:fontRef idx="minor"/>
        </p:style>
        <p:txBody>
          <a:bodyPr lIns="0" rIns="0" tIns="0" bIns="0" anchor="t">
            <a:noAutofit/>
          </a:bodyPr>
          <a:p>
            <a:pPr>
              <a:lnSpc>
                <a:spcPct val="130000"/>
              </a:lnSpc>
              <a:tabLst>
                <a:tab algn="l" pos="0"/>
              </a:tabLst>
            </a:pPr>
            <a:r>
              <a:rPr b="0" lang="en-US" sz="1050" spc="-1" strike="noStrike">
                <a:solidFill>
                  <a:srgbClr val="746558"/>
                </a:solidFill>
                <a:latin typeface="Gelasio"/>
                <a:ea typeface="Gelasio"/>
              </a:rPr>
              <a:t>Available technology was not always being used effectively because of limited experience and knowledge.</a:t>
            </a:r>
            <a:endParaRPr b="0" lang="en-IN" sz="1050" spc="-1" strike="noStrike">
              <a:solidFill>
                <a:srgbClr val="000000"/>
              </a:solidFill>
              <a:latin typeface="Arial"/>
            </a:endParaRPr>
          </a:p>
        </p:txBody>
      </p:sp>
      <p:pic>
        <p:nvPicPr>
          <p:cNvPr id="63" name="Google Shape;87;p7" descr="preencoded.png"/>
          <p:cNvPicPr/>
          <p:nvPr/>
        </p:nvPicPr>
        <p:blipFill>
          <a:blip r:embed="rId5"/>
          <a:stretch/>
        </p:blipFill>
        <p:spPr>
          <a:xfrm>
            <a:off x="3267000" y="2720880"/>
            <a:ext cx="337320" cy="337320"/>
          </a:xfrm>
          <a:prstGeom prst="rect">
            <a:avLst/>
          </a:prstGeom>
          <a:ln w="0">
            <a:noFill/>
          </a:ln>
        </p:spPr>
      </p:pic>
      <p:sp>
        <p:nvSpPr>
          <p:cNvPr id="64" name="Google Shape;88;p7"/>
          <p:cNvSpPr/>
          <p:nvPr/>
        </p:nvSpPr>
        <p:spPr>
          <a:xfrm>
            <a:off x="3267000" y="3219480"/>
            <a:ext cx="2609640" cy="421920"/>
          </a:xfrm>
          <a:prstGeom prst="rect">
            <a:avLst/>
          </a:prstGeom>
          <a:noFill/>
          <a:ln w="0">
            <a:noFill/>
          </a:ln>
        </p:spPr>
        <p:style>
          <a:lnRef idx="0"/>
          <a:fillRef idx="0"/>
          <a:effectRef idx="0"/>
          <a:fontRef idx="minor"/>
        </p:style>
        <p:txBody>
          <a:bodyPr lIns="0" rIns="0" tIns="0" bIns="0" anchor="t">
            <a:noAutofit/>
          </a:bodyPr>
          <a:p>
            <a:pPr>
              <a:lnSpc>
                <a:spcPct val="104000"/>
              </a:lnSpc>
              <a:tabLst>
                <a:tab algn="l" pos="0"/>
              </a:tabLst>
            </a:pPr>
            <a:r>
              <a:rPr b="0" lang="en-US" sz="1300" spc="-1" strike="noStrike">
                <a:solidFill>
                  <a:srgbClr val="746558"/>
                </a:solidFill>
                <a:latin typeface="Gelasio SemiBold"/>
                <a:ea typeface="Gelasio SemiBold"/>
              </a:rPr>
              <a:t>Difficulty Using Existing Web Application</a:t>
            </a:r>
            <a:endParaRPr b="0" lang="en-IN" sz="1300" spc="-1" strike="noStrike">
              <a:solidFill>
                <a:srgbClr val="000000"/>
              </a:solidFill>
              <a:latin typeface="Arial"/>
            </a:endParaRPr>
          </a:p>
        </p:txBody>
      </p:sp>
      <p:sp>
        <p:nvSpPr>
          <p:cNvPr id="65" name="Google Shape;89;p7"/>
          <p:cNvSpPr/>
          <p:nvPr/>
        </p:nvSpPr>
        <p:spPr>
          <a:xfrm>
            <a:off x="3267000" y="3755160"/>
            <a:ext cx="2609640" cy="632880"/>
          </a:xfrm>
          <a:prstGeom prst="rect">
            <a:avLst/>
          </a:prstGeom>
          <a:noFill/>
          <a:ln w="0">
            <a:noFill/>
          </a:ln>
        </p:spPr>
        <p:style>
          <a:lnRef idx="0"/>
          <a:fillRef idx="0"/>
          <a:effectRef idx="0"/>
          <a:fontRef idx="minor"/>
        </p:style>
        <p:txBody>
          <a:bodyPr lIns="0" rIns="0" tIns="0" bIns="0" anchor="t">
            <a:noAutofit/>
          </a:bodyPr>
          <a:p>
            <a:pPr>
              <a:lnSpc>
                <a:spcPct val="130000"/>
              </a:lnSpc>
              <a:tabLst>
                <a:tab algn="l" pos="0"/>
              </a:tabLst>
            </a:pPr>
            <a:r>
              <a:rPr b="0" lang="en-US" sz="1050" spc="-1" strike="noStrike">
                <a:solidFill>
                  <a:srgbClr val="746558"/>
                </a:solidFill>
                <a:latin typeface="Gelasio"/>
                <a:ea typeface="Gelasio"/>
              </a:rPr>
              <a:t>The organization had an ERP/web application, but its complexity made it difficult for employees to use effectively.</a:t>
            </a:r>
            <a:endParaRPr b="0" lang="en-IN" sz="1050" spc="-1" strike="noStrike">
              <a:solidFill>
                <a:srgbClr val="000000"/>
              </a:solidFill>
              <a:latin typeface="Arial"/>
            </a:endParaRPr>
          </a:p>
        </p:txBody>
      </p:sp>
      <p:sp>
        <p:nvSpPr>
          <p:cNvPr id="66" name="Google Shape;90;p7"/>
          <p:cNvSpPr/>
          <p:nvPr/>
        </p:nvSpPr>
        <p:spPr>
          <a:xfrm>
            <a:off x="496080" y="4533480"/>
            <a:ext cx="8608680" cy="210600"/>
          </a:xfrm>
          <a:prstGeom prst="rect">
            <a:avLst/>
          </a:prstGeom>
          <a:noFill/>
          <a:ln w="0">
            <a:noFill/>
          </a:ln>
        </p:spPr>
        <p:style>
          <a:lnRef idx="0"/>
          <a:fillRef idx="0"/>
          <a:effectRef idx="0"/>
          <a:fontRef idx="minor"/>
        </p:style>
        <p:txBody>
          <a:bodyPr lIns="0" rIns="0" tIns="0" bIns="0" anchor="t">
            <a:noAutofit/>
          </a:bodyPr>
          <a:p>
            <a:pPr>
              <a:lnSpc>
                <a:spcPct val="130000"/>
              </a:lnSpc>
              <a:tabLst>
                <a:tab algn="l" pos="0"/>
              </a:tabLst>
            </a:pPr>
            <a:r>
              <a:rPr b="1" lang="en-US" sz="1050" spc="-1" strike="noStrike">
                <a:solidFill>
                  <a:srgbClr val="746558"/>
                </a:solidFill>
                <a:latin typeface="Gelasio"/>
                <a:ea typeface="Gelasio"/>
              </a:rPr>
              <a:t>"Technology was available — but effective technology adoption was limited."</a:t>
            </a:r>
            <a:endParaRPr b="1" lang="en-IN" sz="1050" spc="-1" strike="noStrike">
              <a:solidFill>
                <a:srgbClr val="000000"/>
              </a:solidFill>
              <a:latin typeface="Arial"/>
            </a:endParaRPr>
          </a:p>
        </p:txBody>
      </p:sp>
      <p:sp>
        <p:nvSpPr>
          <p:cNvPr id="67" name="Google Shape;91;p7"/>
          <p:cNvSpPr/>
          <p:nvPr/>
        </p:nvSpPr>
        <p:spPr>
          <a:xfrm>
            <a:off x="8025120" y="4850280"/>
            <a:ext cx="1118520" cy="292680"/>
          </a:xfrm>
          <a:prstGeom prst="rect">
            <a:avLst/>
          </a:prstGeom>
          <a:solidFill>
            <a:srgbClr val="f9f7f0"/>
          </a:solidFill>
          <a:ln w="0">
            <a:noFill/>
          </a:ln>
        </p:spPr>
        <p:style>
          <a:lnRef idx="0"/>
          <a:fillRef idx="0"/>
          <a:effectRef idx="0"/>
          <a:fontRef idx="minor"/>
        </p:style>
        <p:txBody>
          <a:bodyPr tIns="91440" bIns="91440" anchor="t">
            <a:noAutofit/>
          </a:bodyPr>
          <a:p>
            <a:pPr>
              <a:lnSpc>
                <a:spcPct val="100000"/>
              </a:lnSpc>
              <a:tabLst>
                <a:tab algn="l" pos="0"/>
              </a:tabLst>
            </a:pPr>
            <a:endParaRPr b="0" lang="en-IN" sz="14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8" name="Google Shape;97;p8"/>
          <p:cNvSpPr/>
          <p:nvPr/>
        </p:nvSpPr>
        <p:spPr>
          <a:xfrm>
            <a:off x="496080" y="281880"/>
            <a:ext cx="8151480" cy="221040"/>
          </a:xfrm>
          <a:prstGeom prst="rect">
            <a:avLst/>
          </a:prstGeom>
          <a:noFill/>
          <a:ln w="0">
            <a:noFill/>
          </a:ln>
        </p:spPr>
        <p:style>
          <a:lnRef idx="0"/>
          <a:fillRef idx="0"/>
          <a:effectRef idx="0"/>
          <a:fontRef idx="minor"/>
        </p:style>
        <p:txBody>
          <a:bodyPr lIns="0" rIns="0" tIns="0" bIns="0" anchor="t">
            <a:noAutofit/>
          </a:bodyPr>
          <a:p>
            <a:pPr>
              <a:lnSpc>
                <a:spcPct val="104000"/>
              </a:lnSpc>
              <a:tabLst>
                <a:tab algn="l" pos="0"/>
              </a:tabLst>
            </a:pPr>
            <a:r>
              <a:rPr b="1" lang="en-US" sz="1350" spc="-1" strike="noStrike">
                <a:solidFill>
                  <a:srgbClr val="484237"/>
                </a:solidFill>
                <a:latin typeface="Gelasio SemiBold"/>
                <a:ea typeface="Gelasio SemiBold"/>
              </a:rPr>
              <a:t>The Digital Gap</a:t>
            </a:r>
            <a:endParaRPr b="1" lang="en-IN" sz="1350" spc="-1" strike="noStrike">
              <a:solidFill>
                <a:srgbClr val="000000"/>
              </a:solidFill>
              <a:latin typeface="Arial"/>
            </a:endParaRPr>
          </a:p>
        </p:txBody>
      </p:sp>
      <p:sp>
        <p:nvSpPr>
          <p:cNvPr id="69" name="Google Shape;98;p8"/>
          <p:cNvSpPr/>
          <p:nvPr/>
        </p:nvSpPr>
        <p:spPr>
          <a:xfrm>
            <a:off x="638280" y="649800"/>
            <a:ext cx="8502480" cy="84600"/>
          </a:xfrm>
          <a:prstGeom prst="rect">
            <a:avLst/>
          </a:prstGeom>
          <a:noFill/>
          <a:ln w="0">
            <a:noFill/>
          </a:ln>
        </p:spPr>
        <p:style>
          <a:lnRef idx="0"/>
          <a:fillRef idx="0"/>
          <a:effectRef idx="0"/>
          <a:fontRef idx="minor"/>
        </p:style>
        <p:txBody>
          <a:bodyPr lIns="0" rIns="0" tIns="0" bIns="0" anchor="t">
            <a:noAutofit/>
          </a:bodyPr>
          <a:p>
            <a:pPr>
              <a:lnSpc>
                <a:spcPct val="100000"/>
              </a:lnSpc>
              <a:tabLst>
                <a:tab algn="l" pos="0"/>
              </a:tabLst>
            </a:pPr>
            <a:r>
              <a:rPr b="0" lang="en-US" sz="1350" spc="-1" strike="noStrike">
                <a:solidFill>
                  <a:srgbClr val="746558"/>
                </a:solidFill>
                <a:latin typeface="Gelasio"/>
                <a:ea typeface="Gelasio"/>
              </a:rPr>
              <a:t>"The challenge was not simply the absence of technology. It was the gap between available technology and the employees' ability to use it effectively."</a:t>
            </a:r>
            <a:endParaRPr b="0" lang="en-IN" sz="1350" spc="-1" strike="noStrike">
              <a:solidFill>
                <a:srgbClr val="000000"/>
              </a:solidFill>
              <a:latin typeface="Arial"/>
            </a:endParaRPr>
          </a:p>
        </p:txBody>
      </p:sp>
      <p:sp>
        <p:nvSpPr>
          <p:cNvPr id="70" name="Google Shape;99;p8"/>
          <p:cNvSpPr/>
          <p:nvPr/>
        </p:nvSpPr>
        <p:spPr>
          <a:xfrm>
            <a:off x="496080" y="610200"/>
            <a:ext cx="43920" cy="577800"/>
          </a:xfrm>
          <a:prstGeom prst="roundRect">
            <a:avLst>
              <a:gd name="adj" fmla="val 50000"/>
            </a:avLst>
          </a:prstGeom>
          <a:solidFill>
            <a:srgbClr val="d3c5b6"/>
          </a:solidFill>
          <a:ln w="0">
            <a:noFill/>
          </a:ln>
        </p:spPr>
        <p:style>
          <a:lnRef idx="0"/>
          <a:fillRef idx="0"/>
          <a:effectRef idx="0"/>
          <a:fontRef idx="minor"/>
        </p:style>
        <p:txBody>
          <a:bodyPr tIns="81000" bIns="81000" anchor="ctr">
            <a:noAutofit/>
          </a:bodyPr>
          <a:p>
            <a:pPr>
              <a:lnSpc>
                <a:spcPct val="100000"/>
              </a:lnSpc>
              <a:tabLst>
                <a:tab algn="l" pos="0"/>
              </a:tabLst>
            </a:pPr>
            <a:endParaRPr b="0" lang="en-IN" sz="1400" spc="-1" strike="noStrike">
              <a:solidFill>
                <a:srgbClr val="000000"/>
              </a:solidFill>
              <a:latin typeface="Arial"/>
            </a:endParaRPr>
          </a:p>
        </p:txBody>
      </p:sp>
      <p:pic>
        <p:nvPicPr>
          <p:cNvPr id="71" name="Google Shape;100;p8" descr="preencoded.png"/>
          <p:cNvPicPr/>
          <p:nvPr/>
        </p:nvPicPr>
        <p:blipFill>
          <a:blip r:embed="rId1"/>
          <a:stretch/>
        </p:blipFill>
        <p:spPr>
          <a:xfrm>
            <a:off x="2938680" y="1224720"/>
            <a:ext cx="5853960" cy="3292560"/>
          </a:xfrm>
          <a:prstGeom prst="rect">
            <a:avLst/>
          </a:prstGeom>
          <a:ln w="0">
            <a:noFill/>
          </a:ln>
        </p:spPr>
      </p:pic>
      <p:sp>
        <p:nvSpPr>
          <p:cNvPr id="72" name="Google Shape;101;p8"/>
          <p:cNvSpPr/>
          <p:nvPr/>
        </p:nvSpPr>
        <p:spPr>
          <a:xfrm>
            <a:off x="532080" y="1330920"/>
            <a:ext cx="1843200" cy="733680"/>
          </a:xfrm>
          <a:prstGeom prst="rect">
            <a:avLst/>
          </a:prstGeom>
          <a:noFill/>
          <a:ln w="0">
            <a:noFill/>
          </a:ln>
        </p:spPr>
        <p:style>
          <a:lnRef idx="0"/>
          <a:fillRef idx="0"/>
          <a:effectRef idx="0"/>
          <a:fontRef idx="minor"/>
        </p:style>
        <p:txBody>
          <a:bodyPr lIns="0" rIns="0" tIns="0" bIns="0" anchor="t">
            <a:noAutofit/>
          </a:bodyPr>
          <a:p>
            <a:pPr>
              <a:lnSpc>
                <a:spcPct val="104000"/>
              </a:lnSpc>
              <a:tabLst>
                <a:tab algn="l" pos="0"/>
              </a:tabLst>
            </a:pPr>
            <a:r>
              <a:rPr b="0" lang="en-US" sz="1100" spc="-1" strike="noStrike">
                <a:solidFill>
                  <a:srgbClr val="484237"/>
                </a:solidFill>
                <a:latin typeface="Gelasio SemiBold"/>
                <a:ea typeface="Gelasio SemiBold"/>
              </a:rPr>
              <a:t>Our Response     We decided to address both sides:     </a:t>
            </a:r>
            <a:endParaRPr b="0" lang="en-IN" sz="1100" spc="-1" strike="noStrike">
              <a:solidFill>
                <a:srgbClr val="000000"/>
              </a:solidFill>
              <a:latin typeface="Arial"/>
            </a:endParaRPr>
          </a:p>
        </p:txBody>
      </p:sp>
      <p:sp>
        <p:nvSpPr>
          <p:cNvPr id="73" name="Google Shape;102;p8"/>
          <p:cNvSpPr/>
          <p:nvPr/>
        </p:nvSpPr>
        <p:spPr>
          <a:xfrm>
            <a:off x="388080" y="1904760"/>
            <a:ext cx="2351520" cy="2612160"/>
          </a:xfrm>
          <a:prstGeom prst="roundRect">
            <a:avLst>
              <a:gd name="adj" fmla="val 4689"/>
            </a:avLst>
          </a:prstGeom>
          <a:solidFill>
            <a:srgbClr val="eee8dd"/>
          </a:solidFill>
          <a:ln w="0">
            <a:noFill/>
          </a:ln>
        </p:spPr>
        <p:style>
          <a:lnRef idx="0"/>
          <a:fillRef idx="0"/>
          <a:effectRef idx="0"/>
          <a:fontRef idx="minor"/>
        </p:style>
        <p:txBody>
          <a:bodyPr tIns="91440" bIns="91440" anchor="ctr">
            <a:noAutofit/>
          </a:bodyPr>
          <a:p>
            <a:pPr>
              <a:lnSpc>
                <a:spcPct val="100000"/>
              </a:lnSpc>
              <a:tabLst>
                <a:tab algn="l" pos="0"/>
              </a:tabLst>
            </a:pPr>
            <a:endParaRPr b="0" lang="en-IN" sz="1400" spc="-1" strike="noStrike">
              <a:solidFill>
                <a:srgbClr val="000000"/>
              </a:solidFill>
              <a:latin typeface="Arial"/>
            </a:endParaRPr>
          </a:p>
        </p:txBody>
      </p:sp>
      <p:sp>
        <p:nvSpPr>
          <p:cNvPr id="74" name="Google Shape;103;p8"/>
          <p:cNvSpPr/>
          <p:nvPr/>
        </p:nvSpPr>
        <p:spPr>
          <a:xfrm>
            <a:off x="536040" y="2380320"/>
            <a:ext cx="2104920" cy="981360"/>
          </a:xfrm>
          <a:prstGeom prst="rect">
            <a:avLst/>
          </a:prstGeom>
          <a:noFill/>
          <a:ln w="0">
            <a:noFill/>
          </a:ln>
        </p:spPr>
        <p:style>
          <a:lnRef idx="0"/>
          <a:fillRef idx="0"/>
          <a:effectRef idx="0"/>
          <a:fontRef idx="minor"/>
        </p:style>
        <p:txBody>
          <a:bodyPr lIns="0" rIns="0" tIns="0" bIns="0" anchor="t">
            <a:noAutofit/>
          </a:bodyPr>
          <a:p>
            <a:pPr>
              <a:lnSpc>
                <a:spcPct val="100000"/>
              </a:lnSpc>
              <a:tabLst>
                <a:tab algn="l" pos="0"/>
              </a:tabLst>
            </a:pPr>
            <a:r>
              <a:rPr b="1" lang="en-US" sz="1450" spc="-1" strike="noStrike">
                <a:solidFill>
                  <a:srgbClr val="746558"/>
                </a:solidFill>
                <a:latin typeface="Gelasio"/>
                <a:ea typeface="Gelasio"/>
              </a:rPr>
              <a:t>People → Digital Skills</a:t>
            </a:r>
            <a:r>
              <a:rPr b="0" lang="en-US" sz="1450" spc="-1" strike="noStrike">
                <a:solidFill>
                  <a:srgbClr val="746558"/>
                </a:solidFill>
                <a:latin typeface="Gelasio"/>
                <a:ea typeface="Gelasio"/>
              </a:rPr>
              <a:t>       </a:t>
            </a:r>
            <a:endParaRPr b="0" lang="en-IN" sz="1450" spc="-1" strike="noStrike">
              <a:solidFill>
                <a:srgbClr val="000000"/>
              </a:solidFill>
              <a:latin typeface="Arial"/>
            </a:endParaRPr>
          </a:p>
        </p:txBody>
      </p:sp>
      <p:sp>
        <p:nvSpPr>
          <p:cNvPr id="75" name="Google Shape;104;p8"/>
          <p:cNvSpPr/>
          <p:nvPr/>
        </p:nvSpPr>
        <p:spPr>
          <a:xfrm>
            <a:off x="536040" y="3008160"/>
            <a:ext cx="2249640" cy="981360"/>
          </a:xfrm>
          <a:prstGeom prst="rect">
            <a:avLst/>
          </a:prstGeom>
          <a:noFill/>
          <a:ln w="0">
            <a:noFill/>
          </a:ln>
        </p:spPr>
        <p:style>
          <a:lnRef idx="0"/>
          <a:fillRef idx="0"/>
          <a:effectRef idx="0"/>
          <a:fontRef idx="minor"/>
        </p:style>
        <p:txBody>
          <a:bodyPr lIns="0" rIns="0" tIns="0" bIns="0" anchor="t">
            <a:noAutofit/>
          </a:bodyPr>
          <a:p>
            <a:pPr>
              <a:lnSpc>
                <a:spcPct val="100000"/>
              </a:lnSpc>
              <a:tabLst>
                <a:tab algn="l" pos="0"/>
              </a:tabLst>
            </a:pPr>
            <a:r>
              <a:rPr b="1" lang="en-US" sz="1450" spc="-1" strike="noStrike">
                <a:solidFill>
                  <a:srgbClr val="746558"/>
                </a:solidFill>
                <a:latin typeface="Gelasio"/>
                <a:ea typeface="Gelasio"/>
              </a:rPr>
              <a:t>Technology → Digital Intervention</a:t>
            </a:r>
            <a:r>
              <a:rPr b="0" lang="en-US" sz="1450" spc="-1" strike="noStrike">
                <a:solidFill>
                  <a:srgbClr val="746558"/>
                </a:solidFill>
                <a:latin typeface="Gelasio"/>
                <a:ea typeface="Gelasio"/>
              </a:rPr>
              <a:t>       </a:t>
            </a:r>
            <a:endParaRPr b="0" lang="en-IN" sz="1450" spc="-1" strike="noStrike">
              <a:solidFill>
                <a:srgbClr val="000000"/>
              </a:solidFill>
              <a:latin typeface="Arial"/>
            </a:endParaRPr>
          </a:p>
        </p:txBody>
      </p:sp>
      <p:sp>
        <p:nvSpPr>
          <p:cNvPr id="76" name="Google Shape;105;p8"/>
          <p:cNvSpPr/>
          <p:nvPr/>
        </p:nvSpPr>
        <p:spPr>
          <a:xfrm>
            <a:off x="8025120" y="4850280"/>
            <a:ext cx="1118520" cy="292680"/>
          </a:xfrm>
          <a:prstGeom prst="rect">
            <a:avLst/>
          </a:prstGeom>
          <a:solidFill>
            <a:srgbClr val="f9f7f0"/>
          </a:solidFill>
          <a:ln w="0">
            <a:noFill/>
          </a:ln>
        </p:spPr>
        <p:style>
          <a:lnRef idx="0"/>
          <a:fillRef idx="0"/>
          <a:effectRef idx="0"/>
          <a:fontRef idx="minor"/>
        </p:style>
        <p:txBody>
          <a:bodyPr tIns="91440" bIns="91440" anchor="t">
            <a:noAutofit/>
          </a:bodyPr>
          <a:p>
            <a:pPr>
              <a:lnSpc>
                <a:spcPct val="100000"/>
              </a:lnSpc>
              <a:tabLst>
                <a:tab algn="l" pos="0"/>
              </a:tabLst>
            </a:pPr>
            <a:endParaRPr b="0" lang="en-IN" sz="14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7" name="Google Shape;111;p9"/>
          <p:cNvSpPr/>
          <p:nvPr/>
        </p:nvSpPr>
        <p:spPr>
          <a:xfrm>
            <a:off x="496080" y="330120"/>
            <a:ext cx="8151480" cy="387360"/>
          </a:xfrm>
          <a:prstGeom prst="rect">
            <a:avLst/>
          </a:prstGeom>
          <a:noFill/>
          <a:ln w="0">
            <a:noFill/>
          </a:ln>
        </p:spPr>
        <p:style>
          <a:lnRef idx="0"/>
          <a:fillRef idx="0"/>
          <a:effectRef idx="0"/>
          <a:fontRef idx="minor"/>
        </p:style>
        <p:txBody>
          <a:bodyPr lIns="0" rIns="0" tIns="0" bIns="0" anchor="t">
            <a:noAutofit/>
          </a:bodyPr>
          <a:p>
            <a:pPr>
              <a:lnSpc>
                <a:spcPct val="104000"/>
              </a:lnSpc>
              <a:tabLst>
                <a:tab algn="l" pos="0"/>
              </a:tabLst>
            </a:pPr>
            <a:r>
              <a:rPr b="1" lang="en-US" sz="2400" spc="-1" strike="noStrike">
                <a:solidFill>
                  <a:srgbClr val="484237"/>
                </a:solidFill>
                <a:latin typeface="Gelasio SemiBold"/>
                <a:ea typeface="Gelasio SemiBold"/>
              </a:rPr>
              <a:t>NGO Digital Skills Training Program</a:t>
            </a:r>
            <a:endParaRPr b="1" lang="en-IN" sz="2400" spc="-1" strike="noStrike">
              <a:solidFill>
                <a:srgbClr val="000000"/>
              </a:solidFill>
              <a:latin typeface="Arial"/>
            </a:endParaRPr>
          </a:p>
        </p:txBody>
      </p:sp>
      <p:sp>
        <p:nvSpPr>
          <p:cNvPr id="78" name="Google Shape;112;p9"/>
          <p:cNvSpPr/>
          <p:nvPr/>
        </p:nvSpPr>
        <p:spPr>
          <a:xfrm>
            <a:off x="496080" y="833040"/>
            <a:ext cx="8151480" cy="232200"/>
          </a:xfrm>
          <a:prstGeom prst="rect">
            <a:avLst/>
          </a:prstGeom>
          <a:noFill/>
          <a:ln w="0">
            <a:noFill/>
          </a:ln>
        </p:spPr>
        <p:style>
          <a:lnRef idx="0"/>
          <a:fillRef idx="0"/>
          <a:effectRef idx="0"/>
          <a:fontRef idx="minor"/>
        </p:style>
        <p:txBody>
          <a:bodyPr lIns="0" rIns="0" tIns="0" bIns="0" anchor="t">
            <a:noAutofit/>
          </a:bodyPr>
          <a:p>
            <a:pPr>
              <a:lnSpc>
                <a:spcPct val="104000"/>
              </a:lnSpc>
              <a:tabLst>
                <a:tab algn="l" pos="0"/>
              </a:tabLst>
            </a:pPr>
            <a:r>
              <a:rPr b="0" lang="en-US" sz="1450" spc="-1" strike="noStrike">
                <a:solidFill>
                  <a:srgbClr val="484237"/>
                </a:solidFill>
                <a:latin typeface="Gelasio SemiBold"/>
                <a:ea typeface="Gelasio SemiBold"/>
              </a:rPr>
              <a:t>6 Levels | 18 Chapters | ~20 Core Hours</a:t>
            </a:r>
            <a:endParaRPr b="0" lang="en-IN" sz="1450" spc="-1" strike="noStrike">
              <a:solidFill>
                <a:srgbClr val="000000"/>
              </a:solidFill>
              <a:latin typeface="Arial"/>
            </a:endParaRPr>
          </a:p>
        </p:txBody>
      </p:sp>
      <p:sp>
        <p:nvSpPr>
          <p:cNvPr id="79" name="Google Shape;113;p9"/>
          <p:cNvSpPr/>
          <p:nvPr/>
        </p:nvSpPr>
        <p:spPr>
          <a:xfrm>
            <a:off x="496080" y="1228320"/>
            <a:ext cx="678960" cy="441360"/>
          </a:xfrm>
          <a:prstGeom prst="roundRect">
            <a:avLst>
              <a:gd name="adj" fmla="val 4212"/>
            </a:avLst>
          </a:prstGeom>
          <a:solidFill>
            <a:srgbClr val="eee8dd"/>
          </a:solidFill>
          <a:ln w="0">
            <a:noFill/>
          </a:ln>
        </p:spPr>
        <p:style>
          <a:lnRef idx="0"/>
          <a:fillRef idx="0"/>
          <a:effectRef idx="0"/>
          <a:fontRef idx="minor"/>
        </p:style>
        <p:txBody>
          <a:bodyPr tIns="91440" bIns="91440" anchor="ctr">
            <a:noAutofit/>
          </a:bodyPr>
          <a:p>
            <a:pPr>
              <a:lnSpc>
                <a:spcPct val="100000"/>
              </a:lnSpc>
              <a:tabLst>
                <a:tab algn="l" pos="0"/>
              </a:tabLst>
            </a:pPr>
            <a:endParaRPr b="0" lang="en-IN" sz="1400" spc="-1" strike="noStrike">
              <a:solidFill>
                <a:srgbClr val="000000"/>
              </a:solidFill>
              <a:latin typeface="Arial"/>
            </a:endParaRPr>
          </a:p>
        </p:txBody>
      </p:sp>
      <p:sp>
        <p:nvSpPr>
          <p:cNvPr id="80" name="Google Shape;114;p9"/>
          <p:cNvSpPr/>
          <p:nvPr/>
        </p:nvSpPr>
        <p:spPr>
          <a:xfrm>
            <a:off x="748440" y="1340280"/>
            <a:ext cx="174240" cy="217800"/>
          </a:xfrm>
          <a:prstGeom prst="rect">
            <a:avLst/>
          </a:prstGeom>
          <a:noFill/>
          <a:ln w="0">
            <a:noFill/>
          </a:ln>
        </p:spPr>
        <p:style>
          <a:lnRef idx="0"/>
          <a:fillRef idx="0"/>
          <a:effectRef idx="0"/>
          <a:fontRef idx="minor"/>
        </p:style>
        <p:txBody>
          <a:bodyPr lIns="0" rIns="0" tIns="0" bIns="0" anchor="ctr">
            <a:noAutofit/>
          </a:bodyPr>
          <a:p>
            <a:pPr algn="ctr">
              <a:lnSpc>
                <a:spcPct val="100000"/>
              </a:lnSpc>
              <a:tabLst>
                <a:tab algn="l" pos="0"/>
              </a:tabLst>
            </a:pPr>
            <a:r>
              <a:rPr b="0" lang="en-US" sz="1350" spc="-1" strike="noStrike">
                <a:solidFill>
                  <a:srgbClr val="746558"/>
                </a:solidFill>
                <a:latin typeface="Gelasio SemiBold"/>
                <a:ea typeface="Gelasio SemiBold"/>
              </a:rPr>
              <a:t>1</a:t>
            </a:r>
            <a:endParaRPr b="0" lang="en-IN" sz="1350" spc="-1" strike="noStrike">
              <a:solidFill>
                <a:srgbClr val="000000"/>
              </a:solidFill>
              <a:latin typeface="Arial"/>
            </a:endParaRPr>
          </a:p>
        </p:txBody>
      </p:sp>
      <p:sp>
        <p:nvSpPr>
          <p:cNvPr id="81" name="Google Shape;115;p9"/>
          <p:cNvSpPr/>
          <p:nvPr/>
        </p:nvSpPr>
        <p:spPr>
          <a:xfrm>
            <a:off x="1299240" y="1352520"/>
            <a:ext cx="7224120" cy="193320"/>
          </a:xfrm>
          <a:prstGeom prst="rect">
            <a:avLst/>
          </a:prstGeom>
          <a:noFill/>
          <a:ln w="0">
            <a:noFill/>
          </a:ln>
        </p:spPr>
        <p:style>
          <a:lnRef idx="0"/>
          <a:fillRef idx="0"/>
          <a:effectRef idx="0"/>
          <a:fontRef idx="minor"/>
        </p:style>
        <p:txBody>
          <a:bodyPr lIns="0" rIns="0" tIns="0" bIns="0" anchor="t">
            <a:noAutofit/>
          </a:bodyPr>
          <a:p>
            <a:pPr>
              <a:lnSpc>
                <a:spcPct val="104000"/>
              </a:lnSpc>
              <a:tabLst>
                <a:tab algn="l" pos="0"/>
              </a:tabLst>
            </a:pPr>
            <a:r>
              <a:rPr b="0" lang="en-US" sz="1200" spc="-1" strike="noStrike">
                <a:solidFill>
                  <a:srgbClr val="746558"/>
                </a:solidFill>
                <a:latin typeface="Gelasio SemiBold"/>
                <a:ea typeface="Gelasio SemiBold"/>
              </a:rPr>
              <a:t>Level 1: Computer &amp; File Basics</a:t>
            </a:r>
            <a:endParaRPr b="0" lang="en-IN" sz="1200" spc="-1" strike="noStrike">
              <a:solidFill>
                <a:srgbClr val="000000"/>
              </a:solidFill>
              <a:latin typeface="Arial"/>
            </a:endParaRPr>
          </a:p>
        </p:txBody>
      </p:sp>
      <p:sp>
        <p:nvSpPr>
          <p:cNvPr id="82" name="Google Shape;116;p9"/>
          <p:cNvSpPr/>
          <p:nvPr/>
        </p:nvSpPr>
        <p:spPr>
          <a:xfrm>
            <a:off x="1237320" y="1664280"/>
            <a:ext cx="7348320" cy="6840"/>
          </a:xfrm>
          <a:prstGeom prst="roundRect">
            <a:avLst>
              <a:gd name="adj" fmla="val 49998"/>
            </a:avLst>
          </a:prstGeom>
          <a:solidFill>
            <a:srgbClr val="d4cec3"/>
          </a:solidFill>
          <a:ln w="0">
            <a:noFill/>
          </a:ln>
        </p:spPr>
        <p:style>
          <a:lnRef idx="0"/>
          <a:fillRef idx="0"/>
          <a:effectRef idx="0"/>
          <a:fontRef idx="minor"/>
        </p:style>
        <p:txBody>
          <a:bodyPr tIns="2520" bIns="2520" anchor="ctr">
            <a:noAutofit/>
          </a:bodyPr>
          <a:p>
            <a:pPr>
              <a:lnSpc>
                <a:spcPct val="100000"/>
              </a:lnSpc>
              <a:tabLst>
                <a:tab algn="l" pos="0"/>
              </a:tabLst>
            </a:pPr>
            <a:endParaRPr b="0" lang="en-IN" sz="1400" spc="-1" strike="noStrike">
              <a:solidFill>
                <a:srgbClr val="000000"/>
              </a:solidFill>
              <a:latin typeface="Arial"/>
            </a:endParaRPr>
          </a:p>
        </p:txBody>
      </p:sp>
      <p:sp>
        <p:nvSpPr>
          <p:cNvPr id="83" name="Google Shape;117;p9"/>
          <p:cNvSpPr/>
          <p:nvPr/>
        </p:nvSpPr>
        <p:spPr>
          <a:xfrm>
            <a:off x="496080" y="1732320"/>
            <a:ext cx="1358280" cy="441360"/>
          </a:xfrm>
          <a:prstGeom prst="roundRect">
            <a:avLst>
              <a:gd name="adj" fmla="val 4212"/>
            </a:avLst>
          </a:prstGeom>
          <a:solidFill>
            <a:srgbClr val="eee8dd"/>
          </a:solidFill>
          <a:ln w="0">
            <a:noFill/>
          </a:ln>
        </p:spPr>
        <p:style>
          <a:lnRef idx="0"/>
          <a:fillRef idx="0"/>
          <a:effectRef idx="0"/>
          <a:fontRef idx="minor"/>
        </p:style>
        <p:txBody>
          <a:bodyPr tIns="91440" bIns="91440" anchor="ctr">
            <a:noAutofit/>
          </a:bodyPr>
          <a:p>
            <a:pPr>
              <a:lnSpc>
                <a:spcPct val="100000"/>
              </a:lnSpc>
              <a:tabLst>
                <a:tab algn="l" pos="0"/>
              </a:tabLst>
            </a:pPr>
            <a:endParaRPr b="0" lang="en-IN" sz="1400" spc="-1" strike="noStrike">
              <a:solidFill>
                <a:srgbClr val="000000"/>
              </a:solidFill>
              <a:latin typeface="Arial"/>
            </a:endParaRPr>
          </a:p>
        </p:txBody>
      </p:sp>
      <p:sp>
        <p:nvSpPr>
          <p:cNvPr id="84" name="Google Shape;118;p9"/>
          <p:cNvSpPr/>
          <p:nvPr/>
        </p:nvSpPr>
        <p:spPr>
          <a:xfrm>
            <a:off x="1088280" y="1843920"/>
            <a:ext cx="174240" cy="217800"/>
          </a:xfrm>
          <a:prstGeom prst="rect">
            <a:avLst/>
          </a:prstGeom>
          <a:noFill/>
          <a:ln w="0">
            <a:noFill/>
          </a:ln>
        </p:spPr>
        <p:style>
          <a:lnRef idx="0"/>
          <a:fillRef idx="0"/>
          <a:effectRef idx="0"/>
          <a:fontRef idx="minor"/>
        </p:style>
        <p:txBody>
          <a:bodyPr lIns="0" rIns="0" tIns="0" bIns="0" anchor="ctr">
            <a:noAutofit/>
          </a:bodyPr>
          <a:p>
            <a:pPr algn="ctr">
              <a:lnSpc>
                <a:spcPct val="100000"/>
              </a:lnSpc>
              <a:tabLst>
                <a:tab algn="l" pos="0"/>
              </a:tabLst>
            </a:pPr>
            <a:r>
              <a:rPr b="0" lang="en-US" sz="1350" spc="-1" strike="noStrike">
                <a:solidFill>
                  <a:srgbClr val="746558"/>
                </a:solidFill>
                <a:latin typeface="Gelasio SemiBold"/>
                <a:ea typeface="Gelasio SemiBold"/>
              </a:rPr>
              <a:t>2</a:t>
            </a:r>
            <a:endParaRPr b="0" lang="en-IN" sz="1350" spc="-1" strike="noStrike">
              <a:solidFill>
                <a:srgbClr val="000000"/>
              </a:solidFill>
              <a:latin typeface="Arial"/>
            </a:endParaRPr>
          </a:p>
        </p:txBody>
      </p:sp>
      <p:sp>
        <p:nvSpPr>
          <p:cNvPr id="85" name="Google Shape;119;p9"/>
          <p:cNvSpPr/>
          <p:nvPr/>
        </p:nvSpPr>
        <p:spPr>
          <a:xfrm>
            <a:off x="1978560" y="1856160"/>
            <a:ext cx="6544800" cy="193320"/>
          </a:xfrm>
          <a:prstGeom prst="rect">
            <a:avLst/>
          </a:prstGeom>
          <a:noFill/>
          <a:ln w="0">
            <a:noFill/>
          </a:ln>
        </p:spPr>
        <p:style>
          <a:lnRef idx="0"/>
          <a:fillRef idx="0"/>
          <a:effectRef idx="0"/>
          <a:fontRef idx="minor"/>
        </p:style>
        <p:txBody>
          <a:bodyPr lIns="0" rIns="0" tIns="0" bIns="0" anchor="t">
            <a:noAutofit/>
          </a:bodyPr>
          <a:p>
            <a:pPr>
              <a:lnSpc>
                <a:spcPct val="104000"/>
              </a:lnSpc>
              <a:tabLst>
                <a:tab algn="l" pos="0"/>
              </a:tabLst>
            </a:pPr>
            <a:r>
              <a:rPr b="0" lang="en-US" sz="1200" spc="-1" strike="noStrike">
                <a:solidFill>
                  <a:srgbClr val="746558"/>
                </a:solidFill>
                <a:latin typeface="Gelasio SemiBold"/>
                <a:ea typeface="Gelasio SemiBold"/>
              </a:rPr>
              <a:t>Level 2: Documents &amp; Reports</a:t>
            </a:r>
            <a:endParaRPr b="0" lang="en-IN" sz="1200" spc="-1" strike="noStrike">
              <a:solidFill>
                <a:srgbClr val="000000"/>
              </a:solidFill>
              <a:latin typeface="Arial"/>
            </a:endParaRPr>
          </a:p>
        </p:txBody>
      </p:sp>
      <p:sp>
        <p:nvSpPr>
          <p:cNvPr id="86" name="Google Shape;120;p9"/>
          <p:cNvSpPr/>
          <p:nvPr/>
        </p:nvSpPr>
        <p:spPr>
          <a:xfrm>
            <a:off x="1916640" y="2167920"/>
            <a:ext cx="6669000" cy="6840"/>
          </a:xfrm>
          <a:prstGeom prst="roundRect">
            <a:avLst>
              <a:gd name="adj" fmla="val 49998"/>
            </a:avLst>
          </a:prstGeom>
          <a:solidFill>
            <a:srgbClr val="d4cec3"/>
          </a:solidFill>
          <a:ln w="0">
            <a:noFill/>
          </a:ln>
        </p:spPr>
        <p:style>
          <a:lnRef idx="0"/>
          <a:fillRef idx="0"/>
          <a:effectRef idx="0"/>
          <a:fontRef idx="minor"/>
        </p:style>
        <p:txBody>
          <a:bodyPr tIns="2520" bIns="2520" anchor="ctr">
            <a:noAutofit/>
          </a:bodyPr>
          <a:p>
            <a:pPr>
              <a:lnSpc>
                <a:spcPct val="100000"/>
              </a:lnSpc>
              <a:tabLst>
                <a:tab algn="l" pos="0"/>
              </a:tabLst>
            </a:pPr>
            <a:endParaRPr b="0" lang="en-IN" sz="1400" spc="-1" strike="noStrike">
              <a:solidFill>
                <a:srgbClr val="000000"/>
              </a:solidFill>
              <a:latin typeface="Arial"/>
            </a:endParaRPr>
          </a:p>
        </p:txBody>
      </p:sp>
      <p:sp>
        <p:nvSpPr>
          <p:cNvPr id="87" name="Google Shape;121;p9"/>
          <p:cNvSpPr/>
          <p:nvPr/>
        </p:nvSpPr>
        <p:spPr>
          <a:xfrm>
            <a:off x="496080" y="2235960"/>
            <a:ext cx="2037600" cy="441360"/>
          </a:xfrm>
          <a:prstGeom prst="roundRect">
            <a:avLst>
              <a:gd name="adj" fmla="val 4212"/>
            </a:avLst>
          </a:prstGeom>
          <a:solidFill>
            <a:srgbClr val="eee8dd"/>
          </a:solidFill>
          <a:ln w="0">
            <a:noFill/>
          </a:ln>
        </p:spPr>
        <p:style>
          <a:lnRef idx="0"/>
          <a:fillRef idx="0"/>
          <a:effectRef idx="0"/>
          <a:fontRef idx="minor"/>
        </p:style>
        <p:txBody>
          <a:bodyPr tIns="91440" bIns="91440" anchor="ctr">
            <a:noAutofit/>
          </a:bodyPr>
          <a:p>
            <a:pPr>
              <a:lnSpc>
                <a:spcPct val="100000"/>
              </a:lnSpc>
              <a:tabLst>
                <a:tab algn="l" pos="0"/>
              </a:tabLst>
            </a:pPr>
            <a:endParaRPr b="0" lang="en-IN" sz="1400" spc="-1" strike="noStrike">
              <a:solidFill>
                <a:srgbClr val="000000"/>
              </a:solidFill>
              <a:latin typeface="Arial"/>
            </a:endParaRPr>
          </a:p>
        </p:txBody>
      </p:sp>
      <p:sp>
        <p:nvSpPr>
          <p:cNvPr id="88" name="Google Shape;122;p9"/>
          <p:cNvSpPr/>
          <p:nvPr/>
        </p:nvSpPr>
        <p:spPr>
          <a:xfrm>
            <a:off x="1427760" y="2347920"/>
            <a:ext cx="174240" cy="217800"/>
          </a:xfrm>
          <a:prstGeom prst="rect">
            <a:avLst/>
          </a:prstGeom>
          <a:noFill/>
          <a:ln w="0">
            <a:noFill/>
          </a:ln>
        </p:spPr>
        <p:style>
          <a:lnRef idx="0"/>
          <a:fillRef idx="0"/>
          <a:effectRef idx="0"/>
          <a:fontRef idx="minor"/>
        </p:style>
        <p:txBody>
          <a:bodyPr lIns="0" rIns="0" tIns="0" bIns="0" anchor="ctr">
            <a:noAutofit/>
          </a:bodyPr>
          <a:p>
            <a:pPr algn="ctr">
              <a:lnSpc>
                <a:spcPct val="100000"/>
              </a:lnSpc>
              <a:tabLst>
                <a:tab algn="l" pos="0"/>
              </a:tabLst>
            </a:pPr>
            <a:r>
              <a:rPr b="0" lang="en-US" sz="1350" spc="-1" strike="noStrike">
                <a:solidFill>
                  <a:srgbClr val="746558"/>
                </a:solidFill>
                <a:latin typeface="Gelasio SemiBold"/>
                <a:ea typeface="Gelasio SemiBold"/>
              </a:rPr>
              <a:t>3</a:t>
            </a:r>
            <a:endParaRPr b="0" lang="en-IN" sz="1350" spc="-1" strike="noStrike">
              <a:solidFill>
                <a:srgbClr val="000000"/>
              </a:solidFill>
              <a:latin typeface="Arial"/>
            </a:endParaRPr>
          </a:p>
        </p:txBody>
      </p:sp>
      <p:sp>
        <p:nvSpPr>
          <p:cNvPr id="89" name="Google Shape;123;p9"/>
          <p:cNvSpPr/>
          <p:nvPr/>
        </p:nvSpPr>
        <p:spPr>
          <a:xfrm>
            <a:off x="2657880" y="2359800"/>
            <a:ext cx="5865480" cy="193320"/>
          </a:xfrm>
          <a:prstGeom prst="rect">
            <a:avLst/>
          </a:prstGeom>
          <a:noFill/>
          <a:ln w="0">
            <a:noFill/>
          </a:ln>
        </p:spPr>
        <p:style>
          <a:lnRef idx="0"/>
          <a:fillRef idx="0"/>
          <a:effectRef idx="0"/>
          <a:fontRef idx="minor"/>
        </p:style>
        <p:txBody>
          <a:bodyPr lIns="0" rIns="0" tIns="0" bIns="0" anchor="t">
            <a:noAutofit/>
          </a:bodyPr>
          <a:p>
            <a:pPr>
              <a:lnSpc>
                <a:spcPct val="104000"/>
              </a:lnSpc>
              <a:tabLst>
                <a:tab algn="l" pos="0"/>
              </a:tabLst>
            </a:pPr>
            <a:r>
              <a:rPr b="0" lang="en-US" sz="1200" spc="-1" strike="noStrike">
                <a:solidFill>
                  <a:srgbClr val="746558"/>
                </a:solidFill>
                <a:latin typeface="Gelasio SemiBold"/>
                <a:ea typeface="Gelasio SemiBold"/>
              </a:rPr>
              <a:t>Level 3: Excel</a:t>
            </a:r>
            <a:endParaRPr b="0" lang="en-IN" sz="1200" spc="-1" strike="noStrike">
              <a:solidFill>
                <a:srgbClr val="000000"/>
              </a:solidFill>
              <a:latin typeface="Arial"/>
            </a:endParaRPr>
          </a:p>
        </p:txBody>
      </p:sp>
      <p:sp>
        <p:nvSpPr>
          <p:cNvPr id="90" name="Google Shape;124;p9"/>
          <p:cNvSpPr/>
          <p:nvPr/>
        </p:nvSpPr>
        <p:spPr>
          <a:xfrm>
            <a:off x="2595960" y="2671920"/>
            <a:ext cx="5989680" cy="6840"/>
          </a:xfrm>
          <a:prstGeom prst="roundRect">
            <a:avLst>
              <a:gd name="adj" fmla="val 49998"/>
            </a:avLst>
          </a:prstGeom>
          <a:solidFill>
            <a:srgbClr val="d4cec3"/>
          </a:solidFill>
          <a:ln w="0">
            <a:noFill/>
          </a:ln>
        </p:spPr>
        <p:style>
          <a:lnRef idx="0"/>
          <a:fillRef idx="0"/>
          <a:effectRef idx="0"/>
          <a:fontRef idx="minor"/>
        </p:style>
        <p:txBody>
          <a:bodyPr tIns="2520" bIns="2520" anchor="ctr">
            <a:noAutofit/>
          </a:bodyPr>
          <a:p>
            <a:pPr>
              <a:lnSpc>
                <a:spcPct val="100000"/>
              </a:lnSpc>
              <a:tabLst>
                <a:tab algn="l" pos="0"/>
              </a:tabLst>
            </a:pPr>
            <a:endParaRPr b="0" lang="en-IN" sz="1400" spc="-1" strike="noStrike">
              <a:solidFill>
                <a:srgbClr val="000000"/>
              </a:solidFill>
              <a:latin typeface="Arial"/>
            </a:endParaRPr>
          </a:p>
        </p:txBody>
      </p:sp>
      <p:sp>
        <p:nvSpPr>
          <p:cNvPr id="91" name="Google Shape;125;p9"/>
          <p:cNvSpPr/>
          <p:nvPr/>
        </p:nvSpPr>
        <p:spPr>
          <a:xfrm>
            <a:off x="496080" y="2739600"/>
            <a:ext cx="2716920" cy="441360"/>
          </a:xfrm>
          <a:prstGeom prst="roundRect">
            <a:avLst>
              <a:gd name="adj" fmla="val 4212"/>
            </a:avLst>
          </a:prstGeom>
          <a:solidFill>
            <a:srgbClr val="eee8dd"/>
          </a:solidFill>
          <a:ln w="0">
            <a:noFill/>
          </a:ln>
        </p:spPr>
        <p:style>
          <a:lnRef idx="0"/>
          <a:fillRef idx="0"/>
          <a:effectRef idx="0"/>
          <a:fontRef idx="minor"/>
        </p:style>
        <p:txBody>
          <a:bodyPr tIns="91440" bIns="91440" anchor="ctr">
            <a:noAutofit/>
          </a:bodyPr>
          <a:p>
            <a:pPr>
              <a:lnSpc>
                <a:spcPct val="100000"/>
              </a:lnSpc>
              <a:tabLst>
                <a:tab algn="l" pos="0"/>
              </a:tabLst>
            </a:pPr>
            <a:endParaRPr b="0" lang="en-IN" sz="1400" spc="-1" strike="noStrike">
              <a:solidFill>
                <a:srgbClr val="000000"/>
              </a:solidFill>
              <a:latin typeface="Arial"/>
            </a:endParaRPr>
          </a:p>
        </p:txBody>
      </p:sp>
      <p:sp>
        <p:nvSpPr>
          <p:cNvPr id="92" name="Google Shape;126;p9"/>
          <p:cNvSpPr/>
          <p:nvPr/>
        </p:nvSpPr>
        <p:spPr>
          <a:xfrm>
            <a:off x="1767600" y="2851560"/>
            <a:ext cx="174240" cy="217800"/>
          </a:xfrm>
          <a:prstGeom prst="rect">
            <a:avLst/>
          </a:prstGeom>
          <a:noFill/>
          <a:ln w="0">
            <a:noFill/>
          </a:ln>
        </p:spPr>
        <p:style>
          <a:lnRef idx="0"/>
          <a:fillRef idx="0"/>
          <a:effectRef idx="0"/>
          <a:fontRef idx="minor"/>
        </p:style>
        <p:txBody>
          <a:bodyPr lIns="0" rIns="0" tIns="0" bIns="0" anchor="ctr">
            <a:noAutofit/>
          </a:bodyPr>
          <a:p>
            <a:pPr algn="ctr">
              <a:lnSpc>
                <a:spcPct val="100000"/>
              </a:lnSpc>
              <a:tabLst>
                <a:tab algn="l" pos="0"/>
              </a:tabLst>
            </a:pPr>
            <a:r>
              <a:rPr b="0" lang="en-US" sz="1350" spc="-1" strike="noStrike">
                <a:solidFill>
                  <a:srgbClr val="746558"/>
                </a:solidFill>
                <a:latin typeface="Gelasio SemiBold"/>
                <a:ea typeface="Gelasio SemiBold"/>
              </a:rPr>
              <a:t>4</a:t>
            </a:r>
            <a:endParaRPr b="0" lang="en-IN" sz="1350" spc="-1" strike="noStrike">
              <a:solidFill>
                <a:srgbClr val="000000"/>
              </a:solidFill>
              <a:latin typeface="Arial"/>
            </a:endParaRPr>
          </a:p>
        </p:txBody>
      </p:sp>
      <p:sp>
        <p:nvSpPr>
          <p:cNvPr id="93" name="Google Shape;127;p9"/>
          <p:cNvSpPr/>
          <p:nvPr/>
        </p:nvSpPr>
        <p:spPr>
          <a:xfrm>
            <a:off x="3337200" y="2863800"/>
            <a:ext cx="5186160" cy="193320"/>
          </a:xfrm>
          <a:prstGeom prst="rect">
            <a:avLst/>
          </a:prstGeom>
          <a:noFill/>
          <a:ln w="0">
            <a:noFill/>
          </a:ln>
        </p:spPr>
        <p:style>
          <a:lnRef idx="0"/>
          <a:fillRef idx="0"/>
          <a:effectRef idx="0"/>
          <a:fontRef idx="minor"/>
        </p:style>
        <p:txBody>
          <a:bodyPr lIns="0" rIns="0" tIns="0" bIns="0" anchor="t">
            <a:noAutofit/>
          </a:bodyPr>
          <a:p>
            <a:pPr>
              <a:lnSpc>
                <a:spcPct val="104000"/>
              </a:lnSpc>
              <a:tabLst>
                <a:tab algn="l" pos="0"/>
              </a:tabLst>
            </a:pPr>
            <a:r>
              <a:rPr b="0" lang="en-US" sz="1200" spc="-1" strike="noStrike">
                <a:solidFill>
                  <a:srgbClr val="746558"/>
                </a:solidFill>
                <a:latin typeface="Gelasio SemiBold"/>
                <a:ea typeface="Gelasio SemiBold"/>
              </a:rPr>
              <a:t>Level 4: Email &amp; Google Drive</a:t>
            </a:r>
            <a:endParaRPr b="0" lang="en-IN" sz="1200" spc="-1" strike="noStrike">
              <a:solidFill>
                <a:srgbClr val="000000"/>
              </a:solidFill>
              <a:latin typeface="Arial"/>
            </a:endParaRPr>
          </a:p>
        </p:txBody>
      </p:sp>
      <p:sp>
        <p:nvSpPr>
          <p:cNvPr id="94" name="Google Shape;128;p9"/>
          <p:cNvSpPr/>
          <p:nvPr/>
        </p:nvSpPr>
        <p:spPr>
          <a:xfrm>
            <a:off x="3275280" y="3175560"/>
            <a:ext cx="5310360" cy="6840"/>
          </a:xfrm>
          <a:prstGeom prst="roundRect">
            <a:avLst>
              <a:gd name="adj" fmla="val 49998"/>
            </a:avLst>
          </a:prstGeom>
          <a:solidFill>
            <a:srgbClr val="d4cec3"/>
          </a:solidFill>
          <a:ln w="0">
            <a:noFill/>
          </a:ln>
        </p:spPr>
        <p:style>
          <a:lnRef idx="0"/>
          <a:fillRef idx="0"/>
          <a:effectRef idx="0"/>
          <a:fontRef idx="minor"/>
        </p:style>
        <p:txBody>
          <a:bodyPr tIns="2520" bIns="2520" anchor="ctr">
            <a:noAutofit/>
          </a:bodyPr>
          <a:p>
            <a:pPr>
              <a:lnSpc>
                <a:spcPct val="100000"/>
              </a:lnSpc>
              <a:tabLst>
                <a:tab algn="l" pos="0"/>
              </a:tabLst>
            </a:pPr>
            <a:endParaRPr b="0" lang="en-IN" sz="1400" spc="-1" strike="noStrike">
              <a:solidFill>
                <a:srgbClr val="000000"/>
              </a:solidFill>
              <a:latin typeface="Arial"/>
            </a:endParaRPr>
          </a:p>
        </p:txBody>
      </p:sp>
      <p:sp>
        <p:nvSpPr>
          <p:cNvPr id="95" name="Google Shape;129;p9"/>
          <p:cNvSpPr/>
          <p:nvPr/>
        </p:nvSpPr>
        <p:spPr>
          <a:xfrm>
            <a:off x="496080" y="3243600"/>
            <a:ext cx="3396240" cy="441360"/>
          </a:xfrm>
          <a:prstGeom prst="roundRect">
            <a:avLst>
              <a:gd name="adj" fmla="val 4212"/>
            </a:avLst>
          </a:prstGeom>
          <a:solidFill>
            <a:srgbClr val="eee8dd"/>
          </a:solidFill>
          <a:ln w="0">
            <a:noFill/>
          </a:ln>
        </p:spPr>
        <p:style>
          <a:lnRef idx="0"/>
          <a:fillRef idx="0"/>
          <a:effectRef idx="0"/>
          <a:fontRef idx="minor"/>
        </p:style>
        <p:txBody>
          <a:bodyPr tIns="91440" bIns="91440" anchor="ctr">
            <a:noAutofit/>
          </a:bodyPr>
          <a:p>
            <a:pPr>
              <a:lnSpc>
                <a:spcPct val="100000"/>
              </a:lnSpc>
              <a:tabLst>
                <a:tab algn="l" pos="0"/>
              </a:tabLst>
            </a:pPr>
            <a:endParaRPr b="0" lang="en-IN" sz="1400" spc="-1" strike="noStrike">
              <a:solidFill>
                <a:srgbClr val="000000"/>
              </a:solidFill>
              <a:latin typeface="Arial"/>
            </a:endParaRPr>
          </a:p>
        </p:txBody>
      </p:sp>
      <p:sp>
        <p:nvSpPr>
          <p:cNvPr id="96" name="Google Shape;130;p9"/>
          <p:cNvSpPr/>
          <p:nvPr/>
        </p:nvSpPr>
        <p:spPr>
          <a:xfrm>
            <a:off x="2107080" y="3355560"/>
            <a:ext cx="174240" cy="217800"/>
          </a:xfrm>
          <a:prstGeom prst="rect">
            <a:avLst/>
          </a:prstGeom>
          <a:noFill/>
          <a:ln w="0">
            <a:noFill/>
          </a:ln>
        </p:spPr>
        <p:style>
          <a:lnRef idx="0"/>
          <a:fillRef idx="0"/>
          <a:effectRef idx="0"/>
          <a:fontRef idx="minor"/>
        </p:style>
        <p:txBody>
          <a:bodyPr lIns="0" rIns="0" tIns="0" bIns="0" anchor="ctr">
            <a:noAutofit/>
          </a:bodyPr>
          <a:p>
            <a:pPr algn="ctr">
              <a:lnSpc>
                <a:spcPct val="100000"/>
              </a:lnSpc>
              <a:tabLst>
                <a:tab algn="l" pos="0"/>
              </a:tabLst>
            </a:pPr>
            <a:r>
              <a:rPr b="0" lang="en-US" sz="1350" spc="-1" strike="noStrike">
                <a:solidFill>
                  <a:srgbClr val="746558"/>
                </a:solidFill>
                <a:latin typeface="Gelasio SemiBold"/>
                <a:ea typeface="Gelasio SemiBold"/>
              </a:rPr>
              <a:t>5</a:t>
            </a:r>
            <a:endParaRPr b="0" lang="en-IN" sz="1350" spc="-1" strike="noStrike">
              <a:solidFill>
                <a:srgbClr val="000000"/>
              </a:solidFill>
              <a:latin typeface="Arial"/>
            </a:endParaRPr>
          </a:p>
        </p:txBody>
      </p:sp>
      <p:sp>
        <p:nvSpPr>
          <p:cNvPr id="97" name="Google Shape;131;p9"/>
          <p:cNvSpPr/>
          <p:nvPr/>
        </p:nvSpPr>
        <p:spPr>
          <a:xfrm>
            <a:off x="4016520" y="3367440"/>
            <a:ext cx="4506840" cy="193320"/>
          </a:xfrm>
          <a:prstGeom prst="rect">
            <a:avLst/>
          </a:prstGeom>
          <a:noFill/>
          <a:ln w="0">
            <a:noFill/>
          </a:ln>
        </p:spPr>
        <p:style>
          <a:lnRef idx="0"/>
          <a:fillRef idx="0"/>
          <a:effectRef idx="0"/>
          <a:fontRef idx="minor"/>
        </p:style>
        <p:txBody>
          <a:bodyPr lIns="0" rIns="0" tIns="0" bIns="0" anchor="t">
            <a:noAutofit/>
          </a:bodyPr>
          <a:p>
            <a:pPr>
              <a:lnSpc>
                <a:spcPct val="104000"/>
              </a:lnSpc>
              <a:tabLst>
                <a:tab algn="l" pos="0"/>
              </a:tabLst>
            </a:pPr>
            <a:r>
              <a:rPr b="0" lang="en-US" sz="1200" spc="-1" strike="noStrike">
                <a:solidFill>
                  <a:srgbClr val="746558"/>
                </a:solidFill>
                <a:latin typeface="Gelasio SemiBold"/>
                <a:ea typeface="Gelasio SemiBold"/>
              </a:rPr>
              <a:t>Level 5: PowerPoint, PDF &amp; Internet Safety</a:t>
            </a:r>
            <a:endParaRPr b="0" lang="en-IN" sz="1200" spc="-1" strike="noStrike">
              <a:solidFill>
                <a:srgbClr val="000000"/>
              </a:solidFill>
              <a:latin typeface="Arial"/>
            </a:endParaRPr>
          </a:p>
        </p:txBody>
      </p:sp>
      <p:sp>
        <p:nvSpPr>
          <p:cNvPr id="98" name="Google Shape;132;p9"/>
          <p:cNvSpPr/>
          <p:nvPr/>
        </p:nvSpPr>
        <p:spPr>
          <a:xfrm>
            <a:off x="3954600" y="3679560"/>
            <a:ext cx="4631040" cy="6840"/>
          </a:xfrm>
          <a:prstGeom prst="roundRect">
            <a:avLst>
              <a:gd name="adj" fmla="val 49998"/>
            </a:avLst>
          </a:prstGeom>
          <a:solidFill>
            <a:srgbClr val="d4cec3"/>
          </a:solidFill>
          <a:ln w="0">
            <a:noFill/>
          </a:ln>
        </p:spPr>
        <p:style>
          <a:lnRef idx="0"/>
          <a:fillRef idx="0"/>
          <a:effectRef idx="0"/>
          <a:fontRef idx="minor"/>
        </p:style>
        <p:txBody>
          <a:bodyPr tIns="2520" bIns="2520" anchor="ctr">
            <a:noAutofit/>
          </a:bodyPr>
          <a:p>
            <a:pPr>
              <a:lnSpc>
                <a:spcPct val="100000"/>
              </a:lnSpc>
              <a:tabLst>
                <a:tab algn="l" pos="0"/>
              </a:tabLst>
            </a:pPr>
            <a:endParaRPr b="0" lang="en-IN" sz="1400" spc="-1" strike="noStrike">
              <a:solidFill>
                <a:srgbClr val="000000"/>
              </a:solidFill>
              <a:latin typeface="Arial"/>
            </a:endParaRPr>
          </a:p>
        </p:txBody>
      </p:sp>
      <p:sp>
        <p:nvSpPr>
          <p:cNvPr id="99" name="Google Shape;133;p9"/>
          <p:cNvSpPr/>
          <p:nvPr/>
        </p:nvSpPr>
        <p:spPr>
          <a:xfrm>
            <a:off x="496080" y="3747240"/>
            <a:ext cx="4075560" cy="441360"/>
          </a:xfrm>
          <a:prstGeom prst="roundRect">
            <a:avLst>
              <a:gd name="adj" fmla="val 4212"/>
            </a:avLst>
          </a:prstGeom>
          <a:solidFill>
            <a:srgbClr val="eee8dd"/>
          </a:solidFill>
          <a:ln w="0">
            <a:noFill/>
          </a:ln>
        </p:spPr>
        <p:style>
          <a:lnRef idx="0"/>
          <a:fillRef idx="0"/>
          <a:effectRef idx="0"/>
          <a:fontRef idx="minor"/>
        </p:style>
        <p:txBody>
          <a:bodyPr tIns="91440" bIns="91440" anchor="ctr">
            <a:noAutofit/>
          </a:bodyPr>
          <a:p>
            <a:pPr>
              <a:lnSpc>
                <a:spcPct val="100000"/>
              </a:lnSpc>
              <a:tabLst>
                <a:tab algn="l" pos="0"/>
              </a:tabLst>
            </a:pPr>
            <a:endParaRPr b="0" lang="en-IN" sz="1400" spc="-1" strike="noStrike">
              <a:solidFill>
                <a:srgbClr val="000000"/>
              </a:solidFill>
              <a:latin typeface="Arial"/>
            </a:endParaRPr>
          </a:p>
        </p:txBody>
      </p:sp>
      <p:sp>
        <p:nvSpPr>
          <p:cNvPr id="100" name="Google Shape;134;p9"/>
          <p:cNvSpPr/>
          <p:nvPr/>
        </p:nvSpPr>
        <p:spPr>
          <a:xfrm>
            <a:off x="2446920" y="3859200"/>
            <a:ext cx="174240" cy="217800"/>
          </a:xfrm>
          <a:prstGeom prst="rect">
            <a:avLst/>
          </a:prstGeom>
          <a:noFill/>
          <a:ln w="0">
            <a:noFill/>
          </a:ln>
        </p:spPr>
        <p:style>
          <a:lnRef idx="0"/>
          <a:fillRef idx="0"/>
          <a:effectRef idx="0"/>
          <a:fontRef idx="minor"/>
        </p:style>
        <p:txBody>
          <a:bodyPr lIns="0" rIns="0" tIns="0" bIns="0" anchor="ctr">
            <a:noAutofit/>
          </a:bodyPr>
          <a:p>
            <a:pPr algn="ctr">
              <a:lnSpc>
                <a:spcPct val="100000"/>
              </a:lnSpc>
              <a:tabLst>
                <a:tab algn="l" pos="0"/>
              </a:tabLst>
            </a:pPr>
            <a:r>
              <a:rPr b="0" lang="en-US" sz="1350" spc="-1" strike="noStrike">
                <a:solidFill>
                  <a:srgbClr val="746558"/>
                </a:solidFill>
                <a:latin typeface="Gelasio SemiBold"/>
                <a:ea typeface="Gelasio SemiBold"/>
              </a:rPr>
              <a:t>6</a:t>
            </a:r>
            <a:endParaRPr b="0" lang="en-IN" sz="1350" spc="-1" strike="noStrike">
              <a:solidFill>
                <a:srgbClr val="000000"/>
              </a:solidFill>
              <a:latin typeface="Arial"/>
            </a:endParaRPr>
          </a:p>
        </p:txBody>
      </p:sp>
      <p:sp>
        <p:nvSpPr>
          <p:cNvPr id="101" name="Google Shape;135;p9"/>
          <p:cNvSpPr/>
          <p:nvPr/>
        </p:nvSpPr>
        <p:spPr>
          <a:xfrm>
            <a:off x="4695840" y="3871440"/>
            <a:ext cx="3827520" cy="193320"/>
          </a:xfrm>
          <a:prstGeom prst="rect">
            <a:avLst/>
          </a:prstGeom>
          <a:noFill/>
          <a:ln w="0">
            <a:noFill/>
          </a:ln>
        </p:spPr>
        <p:style>
          <a:lnRef idx="0"/>
          <a:fillRef idx="0"/>
          <a:effectRef idx="0"/>
          <a:fontRef idx="minor"/>
        </p:style>
        <p:txBody>
          <a:bodyPr lIns="0" rIns="0" tIns="0" bIns="0" anchor="t">
            <a:noAutofit/>
          </a:bodyPr>
          <a:p>
            <a:pPr>
              <a:lnSpc>
                <a:spcPct val="104000"/>
              </a:lnSpc>
              <a:tabLst>
                <a:tab algn="l" pos="0"/>
              </a:tabLst>
            </a:pPr>
            <a:r>
              <a:rPr b="0" lang="en-US" sz="1200" spc="-1" strike="noStrike">
                <a:solidFill>
                  <a:srgbClr val="746558"/>
                </a:solidFill>
                <a:latin typeface="Gelasio SemiBold"/>
                <a:ea typeface="Gelasio SemiBold"/>
              </a:rPr>
              <a:t>Level 6: Real NGO Workflow &amp; Final Test</a:t>
            </a:r>
            <a:endParaRPr b="0" lang="en-IN" sz="1200" spc="-1" strike="noStrike">
              <a:solidFill>
                <a:srgbClr val="000000"/>
              </a:solidFill>
              <a:latin typeface="Arial"/>
            </a:endParaRPr>
          </a:p>
        </p:txBody>
      </p:sp>
      <p:sp>
        <p:nvSpPr>
          <p:cNvPr id="102" name="Google Shape;136;p9"/>
          <p:cNvSpPr/>
          <p:nvPr/>
        </p:nvSpPr>
        <p:spPr>
          <a:xfrm>
            <a:off x="682200" y="4433040"/>
            <a:ext cx="8422560" cy="185760"/>
          </a:xfrm>
          <a:prstGeom prst="rect">
            <a:avLst/>
          </a:prstGeom>
          <a:noFill/>
          <a:ln w="0">
            <a:noFill/>
          </a:ln>
        </p:spPr>
        <p:style>
          <a:lnRef idx="0"/>
          <a:fillRef idx="0"/>
          <a:effectRef idx="0"/>
          <a:fontRef idx="minor"/>
        </p:style>
        <p:txBody>
          <a:bodyPr lIns="0" rIns="0" tIns="0" bIns="0" anchor="t">
            <a:noAutofit/>
          </a:bodyPr>
          <a:p>
            <a:pPr>
              <a:lnSpc>
                <a:spcPct val="125000"/>
              </a:lnSpc>
              <a:tabLst>
                <a:tab algn="l" pos="0"/>
              </a:tabLst>
            </a:pPr>
            <a:r>
              <a:rPr b="1" lang="en-US" sz="950" spc="-1" strike="noStrike">
                <a:solidFill>
                  <a:srgbClr val="746558"/>
                </a:solidFill>
                <a:latin typeface="Gelasio"/>
                <a:ea typeface="Gelasio"/>
              </a:rPr>
              <a:t>"Start with basic digital literacy → progress toward real workplace independence."</a:t>
            </a:r>
            <a:endParaRPr b="0" lang="en-IN" sz="950" spc="-1" strike="noStrike">
              <a:solidFill>
                <a:srgbClr val="000000"/>
              </a:solidFill>
              <a:latin typeface="Arial"/>
            </a:endParaRPr>
          </a:p>
        </p:txBody>
      </p:sp>
      <p:sp>
        <p:nvSpPr>
          <p:cNvPr id="103" name="Google Shape;137;p9"/>
          <p:cNvSpPr/>
          <p:nvPr/>
        </p:nvSpPr>
        <p:spPr>
          <a:xfrm>
            <a:off x="496080" y="4311000"/>
            <a:ext cx="14040" cy="429840"/>
          </a:xfrm>
          <a:prstGeom prst="roundRect">
            <a:avLst>
              <a:gd name="adj" fmla="val 49998"/>
            </a:avLst>
          </a:prstGeom>
          <a:solidFill>
            <a:srgbClr val="d3c5b6"/>
          </a:solidFill>
          <a:ln w="0">
            <a:noFill/>
          </a:ln>
        </p:spPr>
        <p:style>
          <a:lnRef idx="0"/>
          <a:fillRef idx="0"/>
          <a:effectRef idx="0"/>
          <a:fontRef idx="minor"/>
        </p:style>
        <p:txBody>
          <a:bodyPr tIns="91440" bIns="91440" anchor="ctr">
            <a:noAutofit/>
          </a:bodyPr>
          <a:p>
            <a:pPr>
              <a:lnSpc>
                <a:spcPct val="100000"/>
              </a:lnSpc>
              <a:tabLst>
                <a:tab algn="l" pos="0"/>
              </a:tabLst>
            </a:pPr>
            <a:endParaRPr b="0" lang="en-IN" sz="1400" spc="-1" strike="noStrike">
              <a:solidFill>
                <a:srgbClr val="000000"/>
              </a:solidFill>
              <a:latin typeface="Arial"/>
            </a:endParaRPr>
          </a:p>
        </p:txBody>
      </p:sp>
      <p:sp>
        <p:nvSpPr>
          <p:cNvPr id="104" name="Google Shape;138;p9"/>
          <p:cNvSpPr/>
          <p:nvPr/>
        </p:nvSpPr>
        <p:spPr>
          <a:xfrm>
            <a:off x="8025120" y="4850280"/>
            <a:ext cx="1118520" cy="292680"/>
          </a:xfrm>
          <a:prstGeom prst="rect">
            <a:avLst/>
          </a:prstGeom>
          <a:solidFill>
            <a:srgbClr val="f9f7f0"/>
          </a:solidFill>
          <a:ln w="0">
            <a:noFill/>
          </a:ln>
        </p:spPr>
        <p:style>
          <a:lnRef idx="0"/>
          <a:fillRef idx="0"/>
          <a:effectRef idx="0"/>
          <a:fontRef idx="minor"/>
        </p:style>
        <p:txBody>
          <a:bodyPr tIns="91440" bIns="91440" anchor="t">
            <a:noAutofit/>
          </a:bodyPr>
          <a:p>
            <a:pPr>
              <a:lnSpc>
                <a:spcPct val="100000"/>
              </a:lnSpc>
              <a:tabLst>
                <a:tab algn="l" pos="0"/>
              </a:tabLst>
            </a:pPr>
            <a:endParaRPr b="0" lang="en-IN" sz="14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5" name="Google Shape;144;p10"/>
          <p:cNvSpPr/>
          <p:nvPr/>
        </p:nvSpPr>
        <p:spPr>
          <a:xfrm>
            <a:off x="496080" y="389880"/>
            <a:ext cx="8151480" cy="221040"/>
          </a:xfrm>
          <a:prstGeom prst="rect">
            <a:avLst/>
          </a:prstGeom>
          <a:noFill/>
          <a:ln w="0">
            <a:noFill/>
          </a:ln>
        </p:spPr>
        <p:style>
          <a:lnRef idx="0"/>
          <a:fillRef idx="0"/>
          <a:effectRef idx="0"/>
          <a:fontRef idx="minor"/>
        </p:style>
        <p:txBody>
          <a:bodyPr lIns="0" rIns="0" tIns="0" bIns="0" anchor="t">
            <a:noAutofit/>
          </a:bodyPr>
          <a:p>
            <a:pPr>
              <a:lnSpc>
                <a:spcPct val="104000"/>
              </a:lnSpc>
              <a:tabLst>
                <a:tab algn="l" pos="0"/>
              </a:tabLst>
            </a:pPr>
            <a:r>
              <a:rPr b="1" lang="en-US" sz="1350" spc="-1" strike="noStrike">
                <a:solidFill>
                  <a:srgbClr val="484237"/>
                </a:solidFill>
                <a:latin typeface="Gelasio SemiBold"/>
                <a:ea typeface="Gelasio SemiBold"/>
              </a:rPr>
              <a:t>Practical Training Methodology</a:t>
            </a:r>
            <a:endParaRPr b="1" lang="en-IN" sz="1350" spc="-1" strike="noStrike">
              <a:solidFill>
                <a:srgbClr val="000000"/>
              </a:solidFill>
              <a:latin typeface="Arial"/>
            </a:endParaRPr>
          </a:p>
        </p:txBody>
      </p:sp>
      <p:sp>
        <p:nvSpPr>
          <p:cNvPr id="106" name="Google Shape;145;p10"/>
          <p:cNvSpPr/>
          <p:nvPr/>
        </p:nvSpPr>
        <p:spPr>
          <a:xfrm>
            <a:off x="496080" y="682200"/>
            <a:ext cx="8608680" cy="84600"/>
          </a:xfrm>
          <a:prstGeom prst="rect">
            <a:avLst/>
          </a:prstGeom>
          <a:noFill/>
          <a:ln w="0">
            <a:noFill/>
          </a:ln>
        </p:spPr>
        <p:style>
          <a:lnRef idx="0"/>
          <a:fillRef idx="0"/>
          <a:effectRef idx="0"/>
          <a:fontRef idx="minor"/>
        </p:style>
        <p:txBody>
          <a:bodyPr lIns="0" rIns="0" tIns="0" bIns="0" anchor="t">
            <a:noAutofit/>
          </a:bodyPr>
          <a:p>
            <a:pPr>
              <a:lnSpc>
                <a:spcPct val="100000"/>
              </a:lnSpc>
              <a:tabLst>
                <a:tab algn="l" pos="0"/>
              </a:tabLst>
            </a:pPr>
            <a:r>
              <a:rPr b="0" lang="en-US" sz="1150" spc="-1" strike="noStrike">
                <a:solidFill>
                  <a:srgbClr val="746558"/>
                </a:solidFill>
                <a:latin typeface="Gelasio"/>
                <a:ea typeface="Gelasio"/>
              </a:rPr>
              <a:t>Training was designed around hands-on practice.</a:t>
            </a:r>
            <a:endParaRPr b="0" lang="en-IN" sz="1150" spc="-1" strike="noStrike">
              <a:solidFill>
                <a:srgbClr val="000000"/>
              </a:solidFill>
              <a:latin typeface="Arial"/>
            </a:endParaRPr>
          </a:p>
        </p:txBody>
      </p:sp>
      <p:pic>
        <p:nvPicPr>
          <p:cNvPr id="107" name="Google Shape;146;p10" descr="preencoded.png"/>
          <p:cNvPicPr/>
          <p:nvPr/>
        </p:nvPicPr>
        <p:blipFill>
          <a:blip r:embed="rId1"/>
          <a:stretch/>
        </p:blipFill>
        <p:spPr>
          <a:xfrm>
            <a:off x="3631320" y="1023120"/>
            <a:ext cx="5498280" cy="2912040"/>
          </a:xfrm>
          <a:prstGeom prst="rect">
            <a:avLst/>
          </a:prstGeom>
          <a:ln w="0">
            <a:noFill/>
          </a:ln>
        </p:spPr>
      </p:pic>
      <p:sp>
        <p:nvSpPr>
          <p:cNvPr id="108" name="Google Shape;147;p10"/>
          <p:cNvSpPr/>
          <p:nvPr/>
        </p:nvSpPr>
        <p:spPr>
          <a:xfrm>
            <a:off x="4378320" y="3065760"/>
            <a:ext cx="1333800" cy="166320"/>
          </a:xfrm>
          <a:prstGeom prst="rect">
            <a:avLst/>
          </a:prstGeom>
          <a:noFill/>
          <a:ln w="0">
            <a:noFill/>
          </a:ln>
        </p:spPr>
        <p:style>
          <a:lnRef idx="0"/>
          <a:fillRef idx="0"/>
          <a:effectRef idx="0"/>
          <a:fontRef idx="minor"/>
        </p:style>
        <p:txBody>
          <a:bodyPr lIns="0" rIns="0" tIns="0" bIns="0" anchor="t">
            <a:noAutofit/>
          </a:bodyPr>
          <a:p>
            <a:pPr algn="r">
              <a:lnSpc>
                <a:spcPct val="104000"/>
              </a:lnSpc>
              <a:tabLst>
                <a:tab algn="l" pos="0"/>
              </a:tabLst>
            </a:pPr>
            <a:r>
              <a:rPr b="0" lang="en-US" sz="1020" spc="-1" strike="noStrike">
                <a:solidFill>
                  <a:srgbClr val="484237"/>
                </a:solidFill>
                <a:latin typeface="Gelasio SemiBold"/>
                <a:ea typeface="Gelasio SemiBold"/>
              </a:rPr>
              <a:t>Demonstration</a:t>
            </a:r>
            <a:endParaRPr b="0" lang="en-IN" sz="1020" spc="-1" strike="noStrike">
              <a:solidFill>
                <a:srgbClr val="000000"/>
              </a:solidFill>
              <a:latin typeface="Arial"/>
            </a:endParaRPr>
          </a:p>
        </p:txBody>
      </p:sp>
      <p:sp>
        <p:nvSpPr>
          <p:cNvPr id="109" name="Google Shape;148;p10"/>
          <p:cNvSpPr/>
          <p:nvPr/>
        </p:nvSpPr>
        <p:spPr>
          <a:xfrm>
            <a:off x="4283280" y="3279960"/>
            <a:ext cx="1428120" cy="199800"/>
          </a:xfrm>
          <a:prstGeom prst="rect">
            <a:avLst/>
          </a:prstGeom>
          <a:noFill/>
          <a:ln w="0">
            <a:noFill/>
          </a:ln>
        </p:spPr>
        <p:style>
          <a:lnRef idx="0"/>
          <a:fillRef idx="0"/>
          <a:effectRef idx="0"/>
          <a:fontRef idx="minor"/>
        </p:style>
        <p:txBody>
          <a:bodyPr lIns="0" rIns="0" tIns="0" bIns="0" anchor="t">
            <a:noAutofit/>
          </a:bodyPr>
          <a:p>
            <a:pPr algn="r">
              <a:lnSpc>
                <a:spcPct val="78000"/>
              </a:lnSpc>
              <a:tabLst>
                <a:tab algn="l" pos="0"/>
              </a:tabLst>
            </a:pPr>
            <a:r>
              <a:rPr b="0" lang="en-US" sz="839" spc="-1" strike="noStrike">
                <a:solidFill>
                  <a:srgbClr val="746558"/>
                </a:solidFill>
                <a:latin typeface="Gelasio"/>
                <a:ea typeface="Gelasio"/>
              </a:rPr>
              <a:t>Show step-by-step procedures with examples.</a:t>
            </a:r>
            <a:endParaRPr b="0" lang="en-IN" sz="839" spc="-1" strike="noStrike">
              <a:solidFill>
                <a:srgbClr val="000000"/>
              </a:solidFill>
              <a:latin typeface="Arial"/>
            </a:endParaRPr>
          </a:p>
        </p:txBody>
      </p:sp>
      <p:sp>
        <p:nvSpPr>
          <p:cNvPr id="110" name="Google Shape;149;p10"/>
          <p:cNvSpPr/>
          <p:nvPr/>
        </p:nvSpPr>
        <p:spPr>
          <a:xfrm>
            <a:off x="3856320" y="1424160"/>
            <a:ext cx="1333800" cy="166320"/>
          </a:xfrm>
          <a:prstGeom prst="rect">
            <a:avLst/>
          </a:prstGeom>
          <a:noFill/>
          <a:ln w="0">
            <a:noFill/>
          </a:ln>
        </p:spPr>
        <p:style>
          <a:lnRef idx="0"/>
          <a:fillRef idx="0"/>
          <a:effectRef idx="0"/>
          <a:fontRef idx="minor"/>
        </p:style>
        <p:txBody>
          <a:bodyPr lIns="0" rIns="0" tIns="0" bIns="0" anchor="t">
            <a:noAutofit/>
          </a:bodyPr>
          <a:p>
            <a:pPr algn="r">
              <a:lnSpc>
                <a:spcPct val="104000"/>
              </a:lnSpc>
              <a:tabLst>
                <a:tab algn="l" pos="0"/>
              </a:tabLst>
            </a:pPr>
            <a:r>
              <a:rPr b="0" lang="en-US" sz="1020" spc="-1" strike="noStrike">
                <a:solidFill>
                  <a:srgbClr val="484237"/>
                </a:solidFill>
                <a:latin typeface="Gelasio SemiBold"/>
                <a:ea typeface="Gelasio SemiBold"/>
              </a:rPr>
              <a:t>Guided Practice</a:t>
            </a:r>
            <a:endParaRPr b="0" lang="en-IN" sz="1020" spc="-1" strike="noStrike">
              <a:solidFill>
                <a:srgbClr val="000000"/>
              </a:solidFill>
              <a:latin typeface="Arial"/>
            </a:endParaRPr>
          </a:p>
        </p:txBody>
      </p:sp>
      <p:sp>
        <p:nvSpPr>
          <p:cNvPr id="111" name="Google Shape;150;p10"/>
          <p:cNvSpPr/>
          <p:nvPr/>
        </p:nvSpPr>
        <p:spPr>
          <a:xfrm>
            <a:off x="3761640" y="1638360"/>
            <a:ext cx="1428120" cy="199800"/>
          </a:xfrm>
          <a:prstGeom prst="rect">
            <a:avLst/>
          </a:prstGeom>
          <a:noFill/>
          <a:ln w="0">
            <a:noFill/>
          </a:ln>
        </p:spPr>
        <p:style>
          <a:lnRef idx="0"/>
          <a:fillRef idx="0"/>
          <a:effectRef idx="0"/>
          <a:fontRef idx="minor"/>
        </p:style>
        <p:txBody>
          <a:bodyPr lIns="0" rIns="0" tIns="0" bIns="0" anchor="t">
            <a:noAutofit/>
          </a:bodyPr>
          <a:p>
            <a:pPr algn="r">
              <a:lnSpc>
                <a:spcPct val="78000"/>
              </a:lnSpc>
              <a:tabLst>
                <a:tab algn="l" pos="0"/>
              </a:tabLst>
            </a:pPr>
            <a:r>
              <a:rPr b="0" lang="en-US" sz="839" spc="-1" strike="noStrike">
                <a:solidFill>
                  <a:srgbClr val="746558"/>
                </a:solidFill>
                <a:latin typeface="Gelasio"/>
                <a:ea typeface="Gelasio"/>
              </a:rPr>
              <a:t>Practice with instructor support and feedback.</a:t>
            </a:r>
            <a:endParaRPr b="0" lang="en-IN" sz="839" spc="-1" strike="noStrike">
              <a:solidFill>
                <a:srgbClr val="000000"/>
              </a:solidFill>
              <a:latin typeface="Arial"/>
            </a:endParaRPr>
          </a:p>
        </p:txBody>
      </p:sp>
      <p:sp>
        <p:nvSpPr>
          <p:cNvPr id="112" name="Google Shape;151;p10"/>
          <p:cNvSpPr/>
          <p:nvPr/>
        </p:nvSpPr>
        <p:spPr>
          <a:xfrm>
            <a:off x="6963120" y="1424160"/>
            <a:ext cx="1411560" cy="166320"/>
          </a:xfrm>
          <a:prstGeom prst="rect">
            <a:avLst/>
          </a:prstGeom>
          <a:noFill/>
          <a:ln w="0">
            <a:noFill/>
          </a:ln>
        </p:spPr>
        <p:style>
          <a:lnRef idx="0"/>
          <a:fillRef idx="0"/>
          <a:effectRef idx="0"/>
          <a:fontRef idx="minor"/>
        </p:style>
        <p:txBody>
          <a:bodyPr lIns="0" rIns="0" tIns="0" bIns="0" anchor="t">
            <a:noAutofit/>
          </a:bodyPr>
          <a:p>
            <a:pPr>
              <a:lnSpc>
                <a:spcPct val="104000"/>
              </a:lnSpc>
              <a:tabLst>
                <a:tab algn="l" pos="0"/>
              </a:tabLst>
            </a:pPr>
            <a:r>
              <a:rPr b="0" lang="en-US" sz="1020" spc="-1" strike="noStrike">
                <a:solidFill>
                  <a:srgbClr val="484237"/>
                </a:solidFill>
                <a:latin typeface="Gelasio SemiBold"/>
                <a:ea typeface="Gelasio SemiBold"/>
              </a:rPr>
              <a:t>Independent Practice</a:t>
            </a:r>
            <a:endParaRPr b="0" lang="en-IN" sz="1020" spc="-1" strike="noStrike">
              <a:solidFill>
                <a:srgbClr val="000000"/>
              </a:solidFill>
              <a:latin typeface="Arial"/>
            </a:endParaRPr>
          </a:p>
        </p:txBody>
      </p:sp>
      <p:sp>
        <p:nvSpPr>
          <p:cNvPr id="113" name="Google Shape;152;p10"/>
          <p:cNvSpPr/>
          <p:nvPr/>
        </p:nvSpPr>
        <p:spPr>
          <a:xfrm>
            <a:off x="6963120" y="1638360"/>
            <a:ext cx="1428120" cy="199800"/>
          </a:xfrm>
          <a:prstGeom prst="rect">
            <a:avLst/>
          </a:prstGeom>
          <a:noFill/>
          <a:ln w="0">
            <a:noFill/>
          </a:ln>
        </p:spPr>
        <p:style>
          <a:lnRef idx="0"/>
          <a:fillRef idx="0"/>
          <a:effectRef idx="0"/>
          <a:fontRef idx="minor"/>
        </p:style>
        <p:txBody>
          <a:bodyPr lIns="0" rIns="0" tIns="0" bIns="0" anchor="t">
            <a:noAutofit/>
          </a:bodyPr>
          <a:p>
            <a:pPr>
              <a:lnSpc>
                <a:spcPct val="78000"/>
              </a:lnSpc>
              <a:tabLst>
                <a:tab algn="l" pos="0"/>
              </a:tabLst>
            </a:pPr>
            <a:r>
              <a:rPr b="0" lang="en-US" sz="839" spc="-1" strike="noStrike">
                <a:solidFill>
                  <a:srgbClr val="746558"/>
                </a:solidFill>
                <a:latin typeface="Gelasio"/>
                <a:ea typeface="Gelasio"/>
              </a:rPr>
              <a:t>Apply skills solo to build confidence.</a:t>
            </a:r>
            <a:endParaRPr b="0" lang="en-IN" sz="839" spc="-1" strike="noStrike">
              <a:solidFill>
                <a:srgbClr val="000000"/>
              </a:solidFill>
              <a:latin typeface="Arial"/>
            </a:endParaRPr>
          </a:p>
        </p:txBody>
      </p:sp>
      <p:sp>
        <p:nvSpPr>
          <p:cNvPr id="114" name="Google Shape;153;p10"/>
          <p:cNvSpPr/>
          <p:nvPr/>
        </p:nvSpPr>
        <p:spPr>
          <a:xfrm>
            <a:off x="7467120" y="3065760"/>
            <a:ext cx="1384920" cy="166320"/>
          </a:xfrm>
          <a:prstGeom prst="rect">
            <a:avLst/>
          </a:prstGeom>
          <a:noFill/>
          <a:ln w="0">
            <a:noFill/>
          </a:ln>
        </p:spPr>
        <p:style>
          <a:lnRef idx="0"/>
          <a:fillRef idx="0"/>
          <a:effectRef idx="0"/>
          <a:fontRef idx="minor"/>
        </p:style>
        <p:txBody>
          <a:bodyPr lIns="0" rIns="0" tIns="0" bIns="0" anchor="t">
            <a:noAutofit/>
          </a:bodyPr>
          <a:p>
            <a:pPr>
              <a:lnSpc>
                <a:spcPct val="104000"/>
              </a:lnSpc>
              <a:tabLst>
                <a:tab algn="l" pos="0"/>
              </a:tabLst>
            </a:pPr>
            <a:r>
              <a:rPr b="0" lang="en-US" sz="1020" spc="-1" strike="noStrike">
                <a:solidFill>
                  <a:srgbClr val="484237"/>
                </a:solidFill>
                <a:latin typeface="Gelasio SemiBold"/>
                <a:ea typeface="Gelasio SemiBold"/>
              </a:rPr>
              <a:t>Real Workplace Task</a:t>
            </a:r>
            <a:endParaRPr b="0" lang="en-IN" sz="1020" spc="-1" strike="noStrike">
              <a:solidFill>
                <a:srgbClr val="000000"/>
              </a:solidFill>
              <a:latin typeface="Arial"/>
            </a:endParaRPr>
          </a:p>
        </p:txBody>
      </p:sp>
      <p:sp>
        <p:nvSpPr>
          <p:cNvPr id="115" name="Google Shape;154;p10"/>
          <p:cNvSpPr/>
          <p:nvPr/>
        </p:nvSpPr>
        <p:spPr>
          <a:xfrm>
            <a:off x="7467120" y="3279960"/>
            <a:ext cx="1428120" cy="199800"/>
          </a:xfrm>
          <a:prstGeom prst="rect">
            <a:avLst/>
          </a:prstGeom>
          <a:noFill/>
          <a:ln w="0">
            <a:noFill/>
          </a:ln>
        </p:spPr>
        <p:style>
          <a:lnRef idx="0"/>
          <a:fillRef idx="0"/>
          <a:effectRef idx="0"/>
          <a:fontRef idx="minor"/>
        </p:style>
        <p:txBody>
          <a:bodyPr lIns="0" rIns="0" tIns="0" bIns="0" anchor="t">
            <a:noAutofit/>
          </a:bodyPr>
          <a:p>
            <a:pPr>
              <a:lnSpc>
                <a:spcPct val="78000"/>
              </a:lnSpc>
              <a:tabLst>
                <a:tab algn="l" pos="0"/>
              </a:tabLst>
            </a:pPr>
            <a:r>
              <a:rPr b="0" lang="en-US" sz="839" spc="-1" strike="noStrike">
                <a:solidFill>
                  <a:srgbClr val="746558"/>
                </a:solidFill>
                <a:latin typeface="Gelasio"/>
                <a:ea typeface="Gelasio"/>
              </a:rPr>
              <a:t>Perform authentic tasks in the workplace.</a:t>
            </a:r>
            <a:endParaRPr b="0" lang="en-IN" sz="839" spc="-1" strike="noStrike">
              <a:solidFill>
                <a:srgbClr val="000000"/>
              </a:solidFill>
              <a:latin typeface="Arial"/>
            </a:endParaRPr>
          </a:p>
        </p:txBody>
      </p:sp>
      <p:sp>
        <p:nvSpPr>
          <p:cNvPr id="116" name="Google Shape;155;p10"/>
          <p:cNvSpPr/>
          <p:nvPr/>
        </p:nvSpPr>
        <p:spPr>
          <a:xfrm>
            <a:off x="496080" y="1216440"/>
            <a:ext cx="3989160" cy="110520"/>
          </a:xfrm>
          <a:prstGeom prst="rect">
            <a:avLst/>
          </a:prstGeom>
          <a:noFill/>
          <a:ln w="0">
            <a:noFill/>
          </a:ln>
        </p:spPr>
        <p:style>
          <a:lnRef idx="0"/>
          <a:fillRef idx="0"/>
          <a:effectRef idx="0"/>
          <a:fontRef idx="minor"/>
        </p:style>
        <p:txBody>
          <a:bodyPr lIns="0" rIns="0" tIns="0" bIns="0" anchor="t">
            <a:noAutofit/>
          </a:bodyPr>
          <a:p>
            <a:pPr>
              <a:lnSpc>
                <a:spcPct val="104000"/>
              </a:lnSpc>
              <a:tabLst>
                <a:tab algn="l" pos="0"/>
              </a:tabLst>
            </a:pPr>
            <a:r>
              <a:rPr b="0" lang="en-US" sz="1550" spc="-1" strike="noStrike">
                <a:solidFill>
                  <a:srgbClr val="484237"/>
                </a:solidFill>
                <a:latin typeface="Gelasio SemiBold"/>
                <a:ea typeface="Gelasio SemiBold"/>
              </a:rPr>
              <a:t>Resources Created</a:t>
            </a:r>
            <a:endParaRPr b="0" lang="en-IN" sz="1550" spc="-1" strike="noStrike">
              <a:solidFill>
                <a:srgbClr val="000000"/>
              </a:solidFill>
              <a:latin typeface="Arial"/>
            </a:endParaRPr>
          </a:p>
        </p:txBody>
      </p:sp>
      <p:sp>
        <p:nvSpPr>
          <p:cNvPr id="117" name="Google Shape;156;p10"/>
          <p:cNvSpPr/>
          <p:nvPr/>
        </p:nvSpPr>
        <p:spPr>
          <a:xfrm>
            <a:off x="496080" y="1516320"/>
            <a:ext cx="3989160" cy="376920"/>
          </a:xfrm>
          <a:prstGeom prst="rect">
            <a:avLst/>
          </a:prstGeom>
          <a:noFill/>
          <a:ln w="0">
            <a:noFill/>
          </a:ln>
        </p:spPr>
        <p:style>
          <a:lnRef idx="0"/>
          <a:fillRef idx="0"/>
          <a:effectRef idx="0"/>
          <a:fontRef idx="minor"/>
        </p:style>
        <p:txBody>
          <a:bodyPr lIns="0" rIns="0" tIns="0" bIns="0" anchor="t">
            <a:noAutofit/>
          </a:bodyPr>
          <a:p>
            <a:pPr marL="111600" indent="-156240">
              <a:lnSpc>
                <a:spcPct val="100000"/>
              </a:lnSpc>
              <a:buClr>
                <a:srgbClr val="746558"/>
              </a:buClr>
              <a:buFont typeface="Gelasio"/>
              <a:buChar char="•"/>
            </a:pPr>
            <a:r>
              <a:rPr b="0" lang="en-US" sz="1250" spc="-1" strike="noStrike">
                <a:solidFill>
                  <a:srgbClr val="746558"/>
                </a:solidFill>
                <a:latin typeface="Gelasio"/>
                <a:ea typeface="Gelasio"/>
              </a:rPr>
              <a:t>Structured training modules</a:t>
            </a:r>
            <a:endParaRPr b="0" lang="en-IN" sz="1250" spc="-1" strike="noStrike">
              <a:solidFill>
                <a:srgbClr val="000000"/>
              </a:solidFill>
              <a:latin typeface="Arial"/>
            </a:endParaRPr>
          </a:p>
          <a:p>
            <a:pPr marL="111600" indent="-156240">
              <a:lnSpc>
                <a:spcPct val="100000"/>
              </a:lnSpc>
              <a:buClr>
                <a:srgbClr val="746558"/>
              </a:buClr>
              <a:buFont typeface="Gelasio"/>
              <a:buChar char="•"/>
            </a:pPr>
            <a:r>
              <a:rPr b="0" lang="en-US" sz="1250" spc="-1" strike="noStrike">
                <a:solidFill>
                  <a:srgbClr val="746558"/>
                </a:solidFill>
                <a:latin typeface="Gelasio"/>
                <a:ea typeface="Gelasio"/>
              </a:rPr>
              <a:t>Video guides</a:t>
            </a:r>
            <a:endParaRPr b="0" lang="en-IN" sz="1250" spc="-1" strike="noStrike">
              <a:solidFill>
                <a:srgbClr val="000000"/>
              </a:solidFill>
              <a:latin typeface="Arial"/>
            </a:endParaRPr>
          </a:p>
          <a:p>
            <a:pPr marL="111600" indent="-156240">
              <a:lnSpc>
                <a:spcPct val="100000"/>
              </a:lnSpc>
              <a:buClr>
                <a:srgbClr val="746558"/>
              </a:buClr>
              <a:buFont typeface="Gelasio"/>
              <a:buChar char="•"/>
            </a:pPr>
            <a:r>
              <a:rPr b="0" lang="en-US" sz="1250" spc="-1" strike="noStrike">
                <a:solidFill>
                  <a:srgbClr val="746558"/>
                </a:solidFill>
                <a:latin typeface="Gelasio"/>
                <a:ea typeface="Gelasio"/>
              </a:rPr>
              <a:t>Practical exercises</a:t>
            </a:r>
            <a:endParaRPr b="0" lang="en-IN" sz="1250" spc="-1" strike="noStrike">
              <a:solidFill>
                <a:srgbClr val="000000"/>
              </a:solidFill>
              <a:latin typeface="Arial"/>
            </a:endParaRPr>
          </a:p>
          <a:p>
            <a:pPr marL="111600" indent="-156240">
              <a:lnSpc>
                <a:spcPct val="100000"/>
              </a:lnSpc>
              <a:buClr>
                <a:srgbClr val="746558"/>
              </a:buClr>
              <a:buFont typeface="Gelasio"/>
              <a:buChar char="•"/>
            </a:pPr>
            <a:r>
              <a:rPr b="0" lang="en-US" sz="1250" spc="-1" strike="noStrike">
                <a:solidFill>
                  <a:srgbClr val="746558"/>
                </a:solidFill>
                <a:latin typeface="Gelasio"/>
                <a:ea typeface="Gelasio"/>
              </a:rPr>
              <a:t>Step-by-step demonstrations</a:t>
            </a:r>
            <a:endParaRPr b="0" lang="en-IN" sz="1250" spc="-1" strike="noStrike">
              <a:solidFill>
                <a:srgbClr val="000000"/>
              </a:solidFill>
              <a:latin typeface="Arial"/>
            </a:endParaRPr>
          </a:p>
        </p:txBody>
      </p:sp>
      <p:sp>
        <p:nvSpPr>
          <p:cNvPr id="118" name="Google Shape;157;p10"/>
          <p:cNvSpPr/>
          <p:nvPr/>
        </p:nvSpPr>
        <p:spPr>
          <a:xfrm>
            <a:off x="496080" y="2642400"/>
            <a:ext cx="3989160" cy="110520"/>
          </a:xfrm>
          <a:prstGeom prst="rect">
            <a:avLst/>
          </a:prstGeom>
          <a:noFill/>
          <a:ln w="0">
            <a:noFill/>
          </a:ln>
        </p:spPr>
        <p:style>
          <a:lnRef idx="0"/>
          <a:fillRef idx="0"/>
          <a:effectRef idx="0"/>
          <a:fontRef idx="minor"/>
        </p:style>
        <p:txBody>
          <a:bodyPr lIns="0" rIns="0" tIns="0" bIns="0" anchor="t">
            <a:noAutofit/>
          </a:bodyPr>
          <a:p>
            <a:pPr>
              <a:lnSpc>
                <a:spcPct val="104000"/>
              </a:lnSpc>
              <a:tabLst>
                <a:tab algn="l" pos="0"/>
              </a:tabLst>
            </a:pPr>
            <a:r>
              <a:rPr b="0" lang="en-US" sz="1450" spc="-1" strike="noStrike">
                <a:solidFill>
                  <a:srgbClr val="484237"/>
                </a:solidFill>
                <a:latin typeface="Gelasio SemiBold"/>
                <a:ea typeface="Gelasio SemiBold"/>
              </a:rPr>
              <a:t>Practical Skills Included</a:t>
            </a:r>
            <a:endParaRPr b="0" lang="en-IN" sz="1450" spc="-1" strike="noStrike">
              <a:solidFill>
                <a:srgbClr val="000000"/>
              </a:solidFill>
              <a:latin typeface="Arial"/>
            </a:endParaRPr>
          </a:p>
        </p:txBody>
      </p:sp>
      <p:sp>
        <p:nvSpPr>
          <p:cNvPr id="119" name="Google Shape;158;p10"/>
          <p:cNvSpPr/>
          <p:nvPr/>
        </p:nvSpPr>
        <p:spPr>
          <a:xfrm>
            <a:off x="480600" y="2880720"/>
            <a:ext cx="3989160" cy="571680"/>
          </a:xfrm>
          <a:prstGeom prst="rect">
            <a:avLst/>
          </a:prstGeom>
          <a:noFill/>
          <a:ln w="0">
            <a:noFill/>
          </a:ln>
        </p:spPr>
        <p:style>
          <a:lnRef idx="0"/>
          <a:fillRef idx="0"/>
          <a:effectRef idx="0"/>
          <a:fontRef idx="minor"/>
        </p:style>
        <p:txBody>
          <a:bodyPr lIns="0" rIns="0" tIns="0" bIns="0" anchor="t">
            <a:noAutofit/>
          </a:bodyPr>
          <a:p>
            <a:pPr marL="111600" indent="-156240">
              <a:lnSpc>
                <a:spcPct val="100000"/>
              </a:lnSpc>
              <a:buClr>
                <a:srgbClr val="746558"/>
              </a:buClr>
              <a:buFont typeface="Gelasio"/>
              <a:buChar char="•"/>
            </a:pPr>
            <a:r>
              <a:rPr b="0" lang="en-US" sz="1250" spc="-1" strike="noStrike">
                <a:solidFill>
                  <a:srgbClr val="746558"/>
                </a:solidFill>
                <a:latin typeface="Gelasio"/>
                <a:ea typeface="Gelasio"/>
              </a:rPr>
              <a:t>File management</a:t>
            </a:r>
            <a:endParaRPr b="0" lang="en-IN" sz="1250" spc="-1" strike="noStrike">
              <a:solidFill>
                <a:srgbClr val="000000"/>
              </a:solidFill>
              <a:latin typeface="Arial"/>
            </a:endParaRPr>
          </a:p>
          <a:p>
            <a:pPr marL="111600" indent="-156240">
              <a:lnSpc>
                <a:spcPct val="100000"/>
              </a:lnSpc>
              <a:buClr>
                <a:srgbClr val="746558"/>
              </a:buClr>
              <a:buFont typeface="Gelasio"/>
              <a:buChar char="•"/>
            </a:pPr>
            <a:r>
              <a:rPr b="0" lang="en-US" sz="1250" spc="-1" strike="noStrike">
                <a:solidFill>
                  <a:srgbClr val="746558"/>
                </a:solidFill>
                <a:latin typeface="Gelasio"/>
                <a:ea typeface="Gelasio"/>
              </a:rPr>
              <a:t>Document/report creation</a:t>
            </a:r>
            <a:endParaRPr b="0" lang="en-IN" sz="1250" spc="-1" strike="noStrike">
              <a:solidFill>
                <a:srgbClr val="000000"/>
              </a:solidFill>
              <a:latin typeface="Arial"/>
            </a:endParaRPr>
          </a:p>
          <a:p>
            <a:pPr marL="111600" indent="-156240">
              <a:lnSpc>
                <a:spcPct val="100000"/>
              </a:lnSpc>
              <a:buClr>
                <a:srgbClr val="746558"/>
              </a:buClr>
              <a:buFont typeface="Gelasio"/>
              <a:buChar char="•"/>
            </a:pPr>
            <a:r>
              <a:rPr b="0" lang="en-US" sz="1250" spc="-1" strike="noStrike">
                <a:solidFill>
                  <a:srgbClr val="746558"/>
                </a:solidFill>
                <a:latin typeface="Gelasio"/>
                <a:ea typeface="Gelasio"/>
              </a:rPr>
              <a:t>Excel and spreadsheets</a:t>
            </a:r>
            <a:endParaRPr b="0" lang="en-IN" sz="1250" spc="-1" strike="noStrike">
              <a:solidFill>
                <a:srgbClr val="000000"/>
              </a:solidFill>
              <a:latin typeface="Arial"/>
            </a:endParaRPr>
          </a:p>
          <a:p>
            <a:pPr marL="111600" indent="-156240">
              <a:lnSpc>
                <a:spcPct val="100000"/>
              </a:lnSpc>
              <a:buClr>
                <a:srgbClr val="746558"/>
              </a:buClr>
              <a:buFont typeface="Gelasio"/>
              <a:buChar char="•"/>
            </a:pPr>
            <a:r>
              <a:rPr b="0" lang="en-US" sz="1250" spc="-1" strike="noStrike">
                <a:solidFill>
                  <a:srgbClr val="746558"/>
                </a:solidFill>
                <a:latin typeface="Gelasio"/>
                <a:ea typeface="Gelasio"/>
              </a:rPr>
              <a:t>Email and attachments</a:t>
            </a:r>
            <a:endParaRPr b="0" lang="en-IN" sz="1250" spc="-1" strike="noStrike">
              <a:solidFill>
                <a:srgbClr val="000000"/>
              </a:solidFill>
              <a:latin typeface="Arial"/>
            </a:endParaRPr>
          </a:p>
          <a:p>
            <a:pPr marL="111600" indent="-156240">
              <a:lnSpc>
                <a:spcPct val="100000"/>
              </a:lnSpc>
              <a:buClr>
                <a:srgbClr val="746558"/>
              </a:buClr>
              <a:buFont typeface="Gelasio"/>
              <a:buChar char="•"/>
            </a:pPr>
            <a:r>
              <a:rPr b="0" lang="en-US" sz="1250" spc="-1" strike="noStrike">
                <a:solidFill>
                  <a:srgbClr val="746558"/>
                </a:solidFill>
                <a:latin typeface="Gelasio"/>
                <a:ea typeface="Gelasio"/>
              </a:rPr>
              <a:t>Google Drive</a:t>
            </a:r>
            <a:endParaRPr b="0" lang="en-IN" sz="1250" spc="-1" strike="noStrike">
              <a:solidFill>
                <a:srgbClr val="000000"/>
              </a:solidFill>
              <a:latin typeface="Arial"/>
            </a:endParaRPr>
          </a:p>
          <a:p>
            <a:pPr marL="111600" indent="-156240">
              <a:lnSpc>
                <a:spcPct val="100000"/>
              </a:lnSpc>
              <a:buClr>
                <a:srgbClr val="746558"/>
              </a:buClr>
              <a:buFont typeface="Gelasio"/>
              <a:buChar char="•"/>
            </a:pPr>
            <a:r>
              <a:rPr b="0" lang="en-US" sz="1250" spc="-1" strike="noStrike">
                <a:solidFill>
                  <a:srgbClr val="746558"/>
                </a:solidFill>
                <a:latin typeface="Gelasio"/>
                <a:ea typeface="Gelasio"/>
              </a:rPr>
              <a:t>Internet and digital safety</a:t>
            </a:r>
            <a:endParaRPr b="0" lang="en-IN" sz="1250" spc="-1" strike="noStrike">
              <a:solidFill>
                <a:srgbClr val="000000"/>
              </a:solidFill>
              <a:latin typeface="Arial"/>
            </a:endParaRPr>
          </a:p>
        </p:txBody>
      </p:sp>
      <p:sp>
        <p:nvSpPr>
          <p:cNvPr id="120" name="Google Shape;159;p10"/>
          <p:cNvSpPr/>
          <p:nvPr/>
        </p:nvSpPr>
        <p:spPr>
          <a:xfrm>
            <a:off x="272160" y="4474800"/>
            <a:ext cx="8502120" cy="84960"/>
          </a:xfrm>
          <a:prstGeom prst="rect">
            <a:avLst/>
          </a:prstGeom>
          <a:noFill/>
          <a:ln w="0">
            <a:noFill/>
          </a:ln>
        </p:spPr>
        <p:style>
          <a:lnRef idx="0"/>
          <a:fillRef idx="0"/>
          <a:effectRef idx="0"/>
          <a:fontRef idx="minor"/>
        </p:style>
        <p:txBody>
          <a:bodyPr lIns="0" rIns="0" tIns="0" bIns="0" anchor="t">
            <a:noAutofit/>
          </a:bodyPr>
          <a:p>
            <a:pPr>
              <a:lnSpc>
                <a:spcPct val="100000"/>
              </a:lnSpc>
              <a:tabLst>
                <a:tab algn="l" pos="0"/>
              </a:tabLst>
            </a:pPr>
            <a:r>
              <a:rPr b="1" lang="en-US" sz="1050" spc="-1" strike="noStrike">
                <a:solidFill>
                  <a:srgbClr val="746558"/>
                </a:solidFill>
                <a:latin typeface="Gelasio"/>
                <a:ea typeface="Gelasio"/>
              </a:rPr>
              <a:t>"The objective was not simply to teach software, but to make employees more comfortable performing real digital workplace tasks."</a:t>
            </a:r>
            <a:endParaRPr b="0" lang="en-IN" sz="1050" spc="-1" strike="noStrike">
              <a:solidFill>
                <a:srgbClr val="000000"/>
              </a:solidFill>
              <a:latin typeface="Arial"/>
            </a:endParaRPr>
          </a:p>
        </p:txBody>
      </p:sp>
      <p:sp>
        <p:nvSpPr>
          <p:cNvPr id="121" name="Google Shape;160;p10"/>
          <p:cNvSpPr/>
          <p:nvPr/>
        </p:nvSpPr>
        <p:spPr>
          <a:xfrm>
            <a:off x="496080" y="5581800"/>
            <a:ext cx="9000" cy="164160"/>
          </a:xfrm>
          <a:prstGeom prst="roundRect">
            <a:avLst>
              <a:gd name="adj" fmla="val 50000"/>
            </a:avLst>
          </a:prstGeom>
          <a:solidFill>
            <a:srgbClr val="d3c5b6"/>
          </a:solidFill>
          <a:ln w="0">
            <a:noFill/>
          </a:ln>
        </p:spPr>
        <p:style>
          <a:lnRef idx="0"/>
          <a:fillRef idx="0"/>
          <a:effectRef idx="0"/>
          <a:fontRef idx="minor"/>
        </p:style>
        <p:txBody>
          <a:bodyPr tIns="81000" bIns="81000" anchor="ctr">
            <a:noAutofit/>
          </a:bodyPr>
          <a:p>
            <a:pPr>
              <a:lnSpc>
                <a:spcPct val="100000"/>
              </a:lnSpc>
              <a:tabLst>
                <a:tab algn="l" pos="0"/>
              </a:tabLst>
            </a:pPr>
            <a:endParaRPr b="0" lang="en-IN" sz="1400" spc="-1" strike="noStrike">
              <a:solidFill>
                <a:srgbClr val="000000"/>
              </a:solidFill>
              <a:latin typeface="Arial"/>
            </a:endParaRPr>
          </a:p>
        </p:txBody>
      </p:sp>
      <p:sp>
        <p:nvSpPr>
          <p:cNvPr id="122" name="Google Shape;161;p10"/>
          <p:cNvSpPr/>
          <p:nvPr/>
        </p:nvSpPr>
        <p:spPr>
          <a:xfrm>
            <a:off x="8025120" y="4850280"/>
            <a:ext cx="1118520" cy="292680"/>
          </a:xfrm>
          <a:prstGeom prst="rect">
            <a:avLst/>
          </a:prstGeom>
          <a:solidFill>
            <a:srgbClr val="f9f7f0"/>
          </a:solidFill>
          <a:ln w="0">
            <a:noFill/>
          </a:ln>
        </p:spPr>
        <p:style>
          <a:lnRef idx="0"/>
          <a:fillRef idx="0"/>
          <a:effectRef idx="0"/>
          <a:fontRef idx="minor"/>
        </p:style>
        <p:txBody>
          <a:bodyPr tIns="91440" bIns="91440" anchor="t">
            <a:noAutofit/>
          </a:bodyPr>
          <a:p>
            <a:pPr>
              <a:lnSpc>
                <a:spcPct val="100000"/>
              </a:lnSpc>
              <a:tabLst>
                <a:tab algn="l" pos="0"/>
              </a:tabLst>
            </a:pPr>
            <a:endParaRPr b="0" lang="en-IN" sz="14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3" name="Google Shape;167;p11"/>
          <p:cNvSpPr/>
          <p:nvPr/>
        </p:nvSpPr>
        <p:spPr>
          <a:xfrm>
            <a:off x="496080" y="389880"/>
            <a:ext cx="8151480" cy="221040"/>
          </a:xfrm>
          <a:prstGeom prst="rect">
            <a:avLst/>
          </a:prstGeom>
          <a:noFill/>
          <a:ln w="0">
            <a:noFill/>
          </a:ln>
        </p:spPr>
        <p:style>
          <a:lnRef idx="0"/>
          <a:fillRef idx="0"/>
          <a:effectRef idx="0"/>
          <a:fontRef idx="minor"/>
        </p:style>
        <p:txBody>
          <a:bodyPr lIns="0" rIns="0" tIns="0" bIns="0" anchor="t">
            <a:noAutofit/>
          </a:bodyPr>
          <a:p>
            <a:pPr>
              <a:lnSpc>
                <a:spcPct val="104000"/>
              </a:lnSpc>
              <a:tabLst>
                <a:tab algn="l" pos="0"/>
              </a:tabLst>
            </a:pPr>
            <a:r>
              <a:rPr b="1" lang="en-US" sz="1350" spc="-1" strike="noStrike">
                <a:solidFill>
                  <a:srgbClr val="484237"/>
                </a:solidFill>
                <a:latin typeface="Gelasio SemiBold"/>
                <a:ea typeface="Gelasio SemiBold"/>
              </a:rPr>
              <a:t>From Training to Workplace Application</a:t>
            </a:r>
            <a:endParaRPr b="1" lang="en-IN" sz="1350" spc="-1" strike="noStrike">
              <a:solidFill>
                <a:srgbClr val="000000"/>
              </a:solidFill>
              <a:latin typeface="Arial"/>
            </a:endParaRPr>
          </a:p>
        </p:txBody>
      </p:sp>
      <p:sp>
        <p:nvSpPr>
          <p:cNvPr id="124" name="Google Shape;168;p11"/>
          <p:cNvSpPr/>
          <p:nvPr/>
        </p:nvSpPr>
        <p:spPr>
          <a:xfrm>
            <a:off x="496080" y="682200"/>
            <a:ext cx="8608680" cy="84600"/>
          </a:xfrm>
          <a:prstGeom prst="rect">
            <a:avLst/>
          </a:prstGeom>
          <a:noFill/>
          <a:ln w="0">
            <a:noFill/>
          </a:ln>
        </p:spPr>
        <p:style>
          <a:lnRef idx="0"/>
          <a:fillRef idx="0"/>
          <a:effectRef idx="0"/>
          <a:fontRef idx="minor"/>
        </p:style>
        <p:txBody>
          <a:bodyPr lIns="0" rIns="0" tIns="0" bIns="0" anchor="t">
            <a:noAutofit/>
          </a:bodyPr>
          <a:p>
            <a:pPr>
              <a:lnSpc>
                <a:spcPct val="100000"/>
              </a:lnSpc>
              <a:tabLst>
                <a:tab algn="l" pos="0"/>
              </a:tabLst>
            </a:pPr>
            <a:r>
              <a:rPr b="0" lang="en-US" sz="1350" spc="-1" strike="noStrike">
                <a:solidFill>
                  <a:srgbClr val="746558"/>
                </a:solidFill>
                <a:latin typeface="Gelasio"/>
                <a:ea typeface="Gelasio"/>
              </a:rPr>
              <a:t>In-office sessions were conducted with employees. During these sessions we:</a:t>
            </a:r>
            <a:endParaRPr b="0" lang="en-IN" sz="1350" spc="-1" strike="noStrike">
              <a:solidFill>
                <a:srgbClr val="000000"/>
              </a:solidFill>
              <a:latin typeface="Arial"/>
            </a:endParaRPr>
          </a:p>
        </p:txBody>
      </p:sp>
      <p:sp>
        <p:nvSpPr>
          <p:cNvPr id="125" name="Google Shape;169;p11"/>
          <p:cNvSpPr/>
          <p:nvPr/>
        </p:nvSpPr>
        <p:spPr>
          <a:xfrm>
            <a:off x="460080" y="1186200"/>
            <a:ext cx="8151480" cy="474120"/>
          </a:xfrm>
          <a:prstGeom prst="rect">
            <a:avLst/>
          </a:prstGeom>
          <a:noFill/>
          <a:ln w="0">
            <a:noFill/>
          </a:ln>
        </p:spPr>
        <p:style>
          <a:lnRef idx="0"/>
          <a:fillRef idx="0"/>
          <a:effectRef idx="0"/>
          <a:fontRef idx="minor"/>
        </p:style>
        <p:txBody>
          <a:bodyPr lIns="0" rIns="0" tIns="0" bIns="0" anchor="t">
            <a:noAutofit/>
          </a:bodyPr>
          <a:p>
            <a:pPr marL="111600" indent="-156240">
              <a:lnSpc>
                <a:spcPct val="100000"/>
              </a:lnSpc>
              <a:buClr>
                <a:srgbClr val="746558"/>
              </a:buClr>
              <a:buFont typeface="Gelasio"/>
              <a:buChar char="•"/>
            </a:pPr>
            <a:r>
              <a:rPr b="0" lang="en-US" sz="1250" spc="-1" strike="noStrike">
                <a:solidFill>
                  <a:srgbClr val="746558"/>
                </a:solidFill>
                <a:latin typeface="Gelasio"/>
                <a:ea typeface="Gelasio"/>
              </a:rPr>
              <a:t>Taught digital concepts</a:t>
            </a:r>
            <a:endParaRPr b="0" lang="en-IN" sz="1250" spc="-1" strike="noStrike">
              <a:solidFill>
                <a:srgbClr val="000000"/>
              </a:solidFill>
              <a:latin typeface="Arial"/>
            </a:endParaRPr>
          </a:p>
          <a:p>
            <a:pPr marL="111600" indent="-156240">
              <a:lnSpc>
                <a:spcPct val="100000"/>
              </a:lnSpc>
              <a:buClr>
                <a:srgbClr val="746558"/>
              </a:buClr>
              <a:buFont typeface="Gelasio"/>
              <a:buChar char="•"/>
            </a:pPr>
            <a:r>
              <a:rPr b="0" lang="en-US" sz="1250" spc="-1" strike="noStrike">
                <a:solidFill>
                  <a:srgbClr val="746558"/>
                </a:solidFill>
                <a:latin typeface="Gelasio"/>
                <a:ea typeface="Gelasio"/>
              </a:rPr>
              <a:t>Demonstrated tools</a:t>
            </a:r>
            <a:endParaRPr b="0" lang="en-IN" sz="1250" spc="-1" strike="noStrike">
              <a:solidFill>
                <a:srgbClr val="000000"/>
              </a:solidFill>
              <a:latin typeface="Arial"/>
            </a:endParaRPr>
          </a:p>
          <a:p>
            <a:pPr marL="111600" indent="-156240">
              <a:lnSpc>
                <a:spcPct val="100000"/>
              </a:lnSpc>
              <a:buClr>
                <a:srgbClr val="746558"/>
              </a:buClr>
              <a:buFont typeface="Gelasio"/>
              <a:buChar char="•"/>
            </a:pPr>
            <a:r>
              <a:rPr b="0" lang="en-US" sz="1250" spc="-1" strike="noStrike">
                <a:solidFill>
                  <a:srgbClr val="746558"/>
                </a:solidFill>
                <a:latin typeface="Gelasio"/>
                <a:ea typeface="Gelasio"/>
              </a:rPr>
              <a:t>Provided hands-on practice</a:t>
            </a:r>
            <a:endParaRPr b="0" lang="en-IN" sz="1250" spc="-1" strike="noStrike">
              <a:solidFill>
                <a:srgbClr val="000000"/>
              </a:solidFill>
              <a:latin typeface="Arial"/>
            </a:endParaRPr>
          </a:p>
          <a:p>
            <a:pPr marL="111600" indent="-156240">
              <a:lnSpc>
                <a:spcPct val="100000"/>
              </a:lnSpc>
              <a:buClr>
                <a:srgbClr val="746558"/>
              </a:buClr>
              <a:buFont typeface="Gelasio"/>
              <a:buChar char="•"/>
            </a:pPr>
            <a:r>
              <a:rPr b="0" lang="en-US" sz="1250" spc="-1" strike="noStrike">
                <a:solidFill>
                  <a:srgbClr val="746558"/>
                </a:solidFill>
                <a:latin typeface="Gelasio"/>
                <a:ea typeface="Gelasio"/>
              </a:rPr>
              <a:t>Addressed individual difficulties</a:t>
            </a:r>
            <a:endParaRPr b="0" lang="en-IN" sz="1250" spc="-1" strike="noStrike">
              <a:solidFill>
                <a:srgbClr val="000000"/>
              </a:solidFill>
              <a:latin typeface="Arial"/>
            </a:endParaRPr>
          </a:p>
          <a:p>
            <a:pPr marL="111600" indent="-156240">
              <a:lnSpc>
                <a:spcPct val="100000"/>
              </a:lnSpc>
              <a:buClr>
                <a:srgbClr val="746558"/>
              </a:buClr>
              <a:buFont typeface="Gelasio"/>
              <a:buChar char="•"/>
            </a:pPr>
            <a:r>
              <a:rPr b="0" lang="en-US" sz="1250" spc="-1" strike="noStrike">
                <a:solidFill>
                  <a:srgbClr val="746558"/>
                </a:solidFill>
                <a:latin typeface="Gelasio"/>
                <a:ea typeface="Gelasio"/>
              </a:rPr>
              <a:t>Demonstrated the organization's web</a:t>
            </a:r>
            <a:endParaRPr b="0" lang="en-IN" sz="1250" spc="-1" strike="noStrike">
              <a:solidFill>
                <a:srgbClr val="000000"/>
              </a:solidFill>
              <a:latin typeface="Arial"/>
            </a:endParaRPr>
          </a:p>
          <a:p>
            <a:pPr>
              <a:lnSpc>
                <a:spcPct val="100000"/>
              </a:lnSpc>
              <a:tabLst>
                <a:tab algn="l" pos="0"/>
              </a:tabLst>
            </a:pPr>
            <a:r>
              <a:rPr b="0" lang="en-US" sz="1250" spc="-1" strike="noStrike">
                <a:solidFill>
                  <a:srgbClr val="746558"/>
                </a:solidFill>
                <a:latin typeface="Gelasio"/>
                <a:ea typeface="Gelasio"/>
              </a:rPr>
              <a:t> </a:t>
            </a:r>
            <a:r>
              <a:rPr b="0" lang="en-US" sz="1250" spc="-1" strike="noStrike">
                <a:solidFill>
                  <a:srgbClr val="746558"/>
                </a:solidFill>
                <a:latin typeface="Gelasio"/>
                <a:ea typeface="Gelasio"/>
              </a:rPr>
              <a:t>application</a:t>
            </a:r>
            <a:endParaRPr b="0" lang="en-IN" sz="1250" spc="-1" strike="noStrike">
              <a:solidFill>
                <a:srgbClr val="000000"/>
              </a:solidFill>
              <a:latin typeface="Arial"/>
            </a:endParaRPr>
          </a:p>
        </p:txBody>
      </p:sp>
      <p:sp>
        <p:nvSpPr>
          <p:cNvPr id="126" name="Google Shape;170;p11"/>
          <p:cNvSpPr/>
          <p:nvPr/>
        </p:nvSpPr>
        <p:spPr>
          <a:xfrm>
            <a:off x="3476520" y="1334880"/>
            <a:ext cx="8151480" cy="177120"/>
          </a:xfrm>
          <a:prstGeom prst="rect">
            <a:avLst/>
          </a:prstGeom>
          <a:noFill/>
          <a:ln w="0">
            <a:noFill/>
          </a:ln>
        </p:spPr>
        <p:style>
          <a:lnRef idx="0"/>
          <a:fillRef idx="0"/>
          <a:effectRef idx="0"/>
          <a:fontRef idx="minor"/>
        </p:style>
        <p:txBody>
          <a:bodyPr lIns="0" rIns="0" tIns="0" bIns="0" anchor="t">
            <a:noAutofit/>
          </a:bodyPr>
          <a:p>
            <a:pPr>
              <a:lnSpc>
                <a:spcPct val="104000"/>
              </a:lnSpc>
              <a:tabLst>
                <a:tab algn="l" pos="0"/>
              </a:tabLst>
            </a:pPr>
            <a:r>
              <a:rPr b="0" lang="en-US" sz="1100" spc="-1" strike="noStrike">
                <a:solidFill>
                  <a:srgbClr val="484237"/>
                </a:solidFill>
                <a:latin typeface="Gelasio SemiBold"/>
                <a:ea typeface="Gelasio SemiBold"/>
              </a:rPr>
              <a:t>Example Real-World Workflow</a:t>
            </a:r>
            <a:endParaRPr b="0" lang="en-IN" sz="1100" spc="-1" strike="noStrike">
              <a:solidFill>
                <a:srgbClr val="000000"/>
              </a:solidFill>
              <a:latin typeface="Arial"/>
            </a:endParaRPr>
          </a:p>
        </p:txBody>
      </p:sp>
      <p:pic>
        <p:nvPicPr>
          <p:cNvPr id="127" name="Google Shape;171;p11" descr="preencoded.png"/>
          <p:cNvPicPr/>
          <p:nvPr/>
        </p:nvPicPr>
        <p:blipFill>
          <a:blip r:embed="rId1"/>
          <a:stretch/>
        </p:blipFill>
        <p:spPr>
          <a:xfrm>
            <a:off x="3553560" y="1565280"/>
            <a:ext cx="5454360" cy="3067920"/>
          </a:xfrm>
          <a:prstGeom prst="rect">
            <a:avLst/>
          </a:prstGeom>
          <a:ln w="0">
            <a:noFill/>
          </a:ln>
        </p:spPr>
      </p:pic>
      <p:sp>
        <p:nvSpPr>
          <p:cNvPr id="128" name="Google Shape;172;p11"/>
          <p:cNvSpPr/>
          <p:nvPr/>
        </p:nvSpPr>
        <p:spPr>
          <a:xfrm>
            <a:off x="415800" y="2837160"/>
            <a:ext cx="2994480" cy="1364760"/>
          </a:xfrm>
          <a:prstGeom prst="rect">
            <a:avLst/>
          </a:prstGeom>
          <a:noFill/>
          <a:ln w="0">
            <a:noFill/>
          </a:ln>
        </p:spPr>
        <p:style>
          <a:lnRef idx="0"/>
          <a:fillRef idx="0"/>
          <a:effectRef idx="0"/>
          <a:fontRef idx="minor"/>
        </p:style>
        <p:txBody>
          <a:bodyPr lIns="0" rIns="0" tIns="0" bIns="0" anchor="t">
            <a:noAutofit/>
          </a:bodyPr>
          <a:p>
            <a:pPr>
              <a:lnSpc>
                <a:spcPct val="100000"/>
              </a:lnSpc>
              <a:tabLst>
                <a:tab algn="l" pos="0"/>
              </a:tabLst>
            </a:pPr>
            <a:r>
              <a:rPr b="0" lang="en-US" sz="1250" spc="-1" strike="noStrike">
                <a:solidFill>
                  <a:srgbClr val="746558"/>
                </a:solidFill>
                <a:latin typeface="Gelasio"/>
                <a:ea typeface="Gelasio"/>
              </a:rPr>
              <a:t>"This demonstrates how multiple individual digital skills can be combined into one realistic workplace task."</a:t>
            </a:r>
            <a:endParaRPr b="0" lang="en-IN" sz="1250" spc="-1" strike="noStrike">
              <a:solidFill>
                <a:srgbClr val="000000"/>
              </a:solidFill>
              <a:latin typeface="Arial"/>
            </a:endParaRPr>
          </a:p>
        </p:txBody>
      </p:sp>
      <p:sp>
        <p:nvSpPr>
          <p:cNvPr id="129" name="Google Shape;173;p11"/>
          <p:cNvSpPr/>
          <p:nvPr/>
        </p:nvSpPr>
        <p:spPr>
          <a:xfrm>
            <a:off x="8025120" y="4850280"/>
            <a:ext cx="1118520" cy="292680"/>
          </a:xfrm>
          <a:prstGeom prst="rect">
            <a:avLst/>
          </a:prstGeom>
          <a:solidFill>
            <a:srgbClr val="f9f7f0"/>
          </a:solidFill>
          <a:ln w="0">
            <a:noFill/>
          </a:ln>
        </p:spPr>
        <p:style>
          <a:lnRef idx="0"/>
          <a:fillRef idx="0"/>
          <a:effectRef idx="0"/>
          <a:fontRef idx="minor"/>
        </p:style>
        <p:txBody>
          <a:bodyPr tIns="91440" bIns="91440" anchor="t">
            <a:noAutofit/>
          </a:bodyPr>
          <a:p>
            <a:pPr>
              <a:lnSpc>
                <a:spcPct val="100000"/>
              </a:lnSpc>
              <a:tabLst>
                <a:tab algn="l" pos="0"/>
              </a:tabLst>
            </a:pPr>
            <a:endParaRPr b="0" lang="en-IN" sz="14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0" name="Google Shape;179;p12"/>
          <p:cNvSpPr/>
          <p:nvPr/>
        </p:nvSpPr>
        <p:spPr>
          <a:xfrm>
            <a:off x="496080" y="389880"/>
            <a:ext cx="8151480" cy="221040"/>
          </a:xfrm>
          <a:prstGeom prst="rect">
            <a:avLst/>
          </a:prstGeom>
          <a:noFill/>
          <a:ln w="0">
            <a:noFill/>
          </a:ln>
        </p:spPr>
        <p:style>
          <a:lnRef idx="0"/>
          <a:fillRef idx="0"/>
          <a:effectRef idx="0"/>
          <a:fontRef idx="minor"/>
        </p:style>
        <p:txBody>
          <a:bodyPr lIns="0" rIns="0" tIns="0" bIns="0" anchor="t">
            <a:noAutofit/>
          </a:bodyPr>
          <a:p>
            <a:pPr>
              <a:lnSpc>
                <a:spcPct val="104000"/>
              </a:lnSpc>
              <a:tabLst>
                <a:tab algn="l" pos="0"/>
              </a:tabLst>
            </a:pPr>
            <a:r>
              <a:rPr b="0" lang="en-US" sz="1350" spc="-1" strike="noStrike">
                <a:solidFill>
                  <a:srgbClr val="484237"/>
                </a:solidFill>
                <a:latin typeface="Gelasio SemiBold"/>
                <a:ea typeface="Gelasio SemiBold"/>
              </a:rPr>
              <a:t>Web Application &amp; Project Outcomes</a:t>
            </a:r>
            <a:endParaRPr b="0" lang="en-IN" sz="1350" spc="-1" strike="noStrike">
              <a:solidFill>
                <a:srgbClr val="000000"/>
              </a:solidFill>
              <a:latin typeface="Arial"/>
            </a:endParaRPr>
          </a:p>
        </p:txBody>
      </p:sp>
      <p:sp>
        <p:nvSpPr>
          <p:cNvPr id="131" name="Google Shape;180;p12"/>
          <p:cNvSpPr/>
          <p:nvPr/>
        </p:nvSpPr>
        <p:spPr>
          <a:xfrm>
            <a:off x="496080" y="682200"/>
            <a:ext cx="8608680" cy="84600"/>
          </a:xfrm>
          <a:prstGeom prst="rect">
            <a:avLst/>
          </a:prstGeom>
          <a:noFill/>
          <a:ln w="0">
            <a:noFill/>
          </a:ln>
        </p:spPr>
        <p:style>
          <a:lnRef idx="0"/>
          <a:fillRef idx="0"/>
          <a:effectRef idx="0"/>
          <a:fontRef idx="minor"/>
        </p:style>
        <p:txBody>
          <a:bodyPr lIns="0" rIns="0" tIns="0" bIns="0" anchor="t">
            <a:noAutofit/>
          </a:bodyPr>
          <a:p>
            <a:pPr>
              <a:lnSpc>
                <a:spcPct val="100000"/>
              </a:lnSpc>
              <a:tabLst>
                <a:tab algn="l" pos="0"/>
              </a:tabLst>
            </a:pPr>
            <a:r>
              <a:rPr b="0" lang="en-US" sz="1250" spc="-1" strike="noStrike">
                <a:solidFill>
                  <a:srgbClr val="746558"/>
                </a:solidFill>
                <a:latin typeface="Gelasio"/>
                <a:ea typeface="Gelasio"/>
              </a:rPr>
              <a:t>As part of the project, our team also created a web application to contribute toward the organization's digital workflow.</a:t>
            </a:r>
            <a:endParaRPr b="0" lang="en-IN" sz="1250" spc="-1" strike="noStrike">
              <a:solidFill>
                <a:srgbClr val="000000"/>
              </a:solidFill>
              <a:latin typeface="Arial"/>
            </a:endParaRPr>
          </a:p>
        </p:txBody>
      </p:sp>
      <p:pic>
        <p:nvPicPr>
          <p:cNvPr id="132" name="Google Shape;181;p12" descr="preencoded.png"/>
          <p:cNvPicPr/>
          <p:nvPr/>
        </p:nvPicPr>
        <p:blipFill>
          <a:blip r:embed="rId1"/>
          <a:stretch/>
        </p:blipFill>
        <p:spPr>
          <a:xfrm>
            <a:off x="500760" y="1325160"/>
            <a:ext cx="2675880" cy="1662840"/>
          </a:xfrm>
          <a:prstGeom prst="rect">
            <a:avLst/>
          </a:prstGeom>
          <a:ln w="0">
            <a:solidFill>
              <a:srgbClr val="000000"/>
            </a:solidFill>
          </a:ln>
        </p:spPr>
      </p:pic>
      <p:pic>
        <p:nvPicPr>
          <p:cNvPr id="133" name="Google Shape;182;p12" descr="preencoded.png"/>
          <p:cNvPicPr/>
          <p:nvPr/>
        </p:nvPicPr>
        <p:blipFill>
          <a:blip r:embed="rId2"/>
          <a:stretch/>
        </p:blipFill>
        <p:spPr>
          <a:xfrm>
            <a:off x="3305880" y="1325160"/>
            <a:ext cx="2675880" cy="1662840"/>
          </a:xfrm>
          <a:prstGeom prst="rect">
            <a:avLst/>
          </a:prstGeom>
          <a:ln w="0">
            <a:solidFill>
              <a:srgbClr val="000000"/>
            </a:solidFill>
          </a:ln>
        </p:spPr>
      </p:pic>
      <p:pic>
        <p:nvPicPr>
          <p:cNvPr id="134" name="Google Shape;183;p12" descr="preencoded.png"/>
          <p:cNvPicPr/>
          <p:nvPr/>
        </p:nvPicPr>
        <p:blipFill>
          <a:blip r:embed="rId3"/>
          <a:stretch/>
        </p:blipFill>
        <p:spPr>
          <a:xfrm>
            <a:off x="6111000" y="1325160"/>
            <a:ext cx="2675880" cy="1665720"/>
          </a:xfrm>
          <a:prstGeom prst="rect">
            <a:avLst/>
          </a:prstGeom>
          <a:ln w="0">
            <a:solidFill>
              <a:srgbClr val="000000"/>
            </a:solidFill>
          </a:ln>
        </p:spPr>
      </p:pic>
      <p:sp>
        <p:nvSpPr>
          <p:cNvPr id="135" name="Google Shape;184;p12"/>
          <p:cNvSpPr/>
          <p:nvPr/>
        </p:nvSpPr>
        <p:spPr>
          <a:xfrm>
            <a:off x="488520" y="3098880"/>
            <a:ext cx="8151480" cy="177120"/>
          </a:xfrm>
          <a:prstGeom prst="rect">
            <a:avLst/>
          </a:prstGeom>
          <a:noFill/>
          <a:ln w="0">
            <a:noFill/>
          </a:ln>
        </p:spPr>
        <p:style>
          <a:lnRef idx="0"/>
          <a:fillRef idx="0"/>
          <a:effectRef idx="0"/>
          <a:fontRef idx="minor"/>
        </p:style>
        <p:txBody>
          <a:bodyPr lIns="0" rIns="0" tIns="0" bIns="0" anchor="t">
            <a:noAutofit/>
          </a:bodyPr>
          <a:p>
            <a:pPr>
              <a:lnSpc>
                <a:spcPct val="104000"/>
              </a:lnSpc>
              <a:tabLst>
                <a:tab algn="l" pos="0"/>
              </a:tabLst>
            </a:pPr>
            <a:r>
              <a:rPr b="1" lang="en-US" sz="1700" spc="-1" strike="noStrike">
                <a:solidFill>
                  <a:srgbClr val="484237"/>
                </a:solidFill>
                <a:latin typeface="Gelasio SemiBold"/>
                <a:ea typeface="Gelasio SemiBold"/>
              </a:rPr>
              <a:t>Project Outcomes</a:t>
            </a:r>
            <a:endParaRPr b="1" lang="en-IN" sz="1700" spc="-1" strike="noStrike">
              <a:solidFill>
                <a:srgbClr val="000000"/>
              </a:solidFill>
              <a:latin typeface="Arial"/>
            </a:endParaRPr>
          </a:p>
        </p:txBody>
      </p:sp>
      <p:sp>
        <p:nvSpPr>
          <p:cNvPr id="136" name="Google Shape;185;p12"/>
          <p:cNvSpPr/>
          <p:nvPr/>
        </p:nvSpPr>
        <p:spPr>
          <a:xfrm>
            <a:off x="540000" y="3528000"/>
            <a:ext cx="2574000" cy="110520"/>
          </a:xfrm>
          <a:prstGeom prst="rect">
            <a:avLst/>
          </a:prstGeom>
          <a:noFill/>
          <a:ln w="0">
            <a:noFill/>
          </a:ln>
        </p:spPr>
        <p:style>
          <a:lnRef idx="0"/>
          <a:fillRef idx="0"/>
          <a:effectRef idx="0"/>
          <a:fontRef idx="minor"/>
        </p:style>
        <p:txBody>
          <a:bodyPr lIns="0" rIns="0" tIns="0" bIns="0" anchor="t">
            <a:noAutofit/>
          </a:bodyPr>
          <a:p>
            <a:pPr>
              <a:lnSpc>
                <a:spcPct val="104000"/>
              </a:lnSpc>
              <a:tabLst>
                <a:tab algn="l" pos="0"/>
              </a:tabLst>
            </a:pPr>
            <a:r>
              <a:rPr b="1" lang="en-US" sz="1250" spc="-1" strike="noStrike">
                <a:solidFill>
                  <a:srgbClr val="484237"/>
                </a:solidFill>
                <a:latin typeface="Gelasio SemiBold"/>
                <a:ea typeface="Gelasio SemiBold"/>
              </a:rPr>
              <a:t>NGO</a:t>
            </a:r>
            <a:endParaRPr b="1" lang="en-IN" sz="1250" spc="-1" strike="noStrike">
              <a:solidFill>
                <a:srgbClr val="000000"/>
              </a:solidFill>
              <a:latin typeface="Arial"/>
            </a:endParaRPr>
          </a:p>
        </p:txBody>
      </p:sp>
      <p:sp>
        <p:nvSpPr>
          <p:cNvPr id="137" name="Google Shape;186;p12"/>
          <p:cNvSpPr/>
          <p:nvPr/>
        </p:nvSpPr>
        <p:spPr>
          <a:xfrm>
            <a:off x="486000" y="3852000"/>
            <a:ext cx="2574000" cy="279720"/>
          </a:xfrm>
          <a:prstGeom prst="rect">
            <a:avLst/>
          </a:prstGeom>
          <a:noFill/>
          <a:ln w="0">
            <a:noFill/>
          </a:ln>
        </p:spPr>
        <p:style>
          <a:lnRef idx="0"/>
          <a:fillRef idx="0"/>
          <a:effectRef idx="0"/>
          <a:fontRef idx="minor"/>
        </p:style>
        <p:txBody>
          <a:bodyPr lIns="0" rIns="0" tIns="0" bIns="0" anchor="t">
            <a:noAutofit/>
          </a:bodyPr>
          <a:p>
            <a:pPr marL="111600" indent="-149760">
              <a:lnSpc>
                <a:spcPct val="100000"/>
              </a:lnSpc>
              <a:buClr>
                <a:srgbClr val="746558"/>
              </a:buClr>
              <a:buFont typeface="Gelasio"/>
              <a:buChar char="•"/>
            </a:pPr>
            <a:r>
              <a:rPr b="0" lang="en-US" sz="1150" spc="-1" strike="noStrike">
                <a:solidFill>
                  <a:srgbClr val="746558"/>
                </a:solidFill>
                <a:latin typeface="Gelasio"/>
                <a:ea typeface="Gelasio"/>
              </a:rPr>
              <a:t>Structured training resources</a:t>
            </a:r>
            <a:endParaRPr b="0" lang="en-IN" sz="1150" spc="-1" strike="noStrike">
              <a:solidFill>
                <a:srgbClr val="000000"/>
              </a:solidFill>
              <a:latin typeface="Arial"/>
            </a:endParaRPr>
          </a:p>
          <a:p>
            <a:pPr marL="111600" indent="-149760">
              <a:lnSpc>
                <a:spcPct val="100000"/>
              </a:lnSpc>
              <a:buClr>
                <a:srgbClr val="746558"/>
              </a:buClr>
              <a:buFont typeface="Gelasio"/>
              <a:buChar char="•"/>
            </a:pPr>
            <a:r>
              <a:rPr b="0" lang="en-US" sz="1150" spc="-1" strike="noStrike">
                <a:solidFill>
                  <a:srgbClr val="746558"/>
                </a:solidFill>
                <a:latin typeface="Gelasio"/>
                <a:ea typeface="Gelasio"/>
              </a:rPr>
              <a:t>Digital-skills material</a:t>
            </a:r>
            <a:endParaRPr b="0" lang="en-IN" sz="1150" spc="-1" strike="noStrike">
              <a:solidFill>
                <a:srgbClr val="000000"/>
              </a:solidFill>
              <a:latin typeface="Arial"/>
            </a:endParaRPr>
          </a:p>
          <a:p>
            <a:pPr marL="111600" indent="-149760">
              <a:lnSpc>
                <a:spcPct val="100000"/>
              </a:lnSpc>
              <a:buClr>
                <a:srgbClr val="746558"/>
              </a:buClr>
              <a:buFont typeface="Gelasio"/>
              <a:buChar char="•"/>
            </a:pPr>
            <a:r>
              <a:rPr b="0" lang="en-US" sz="1150" spc="-1" strike="noStrike">
                <a:solidFill>
                  <a:srgbClr val="746558"/>
                </a:solidFill>
                <a:latin typeface="Gelasio"/>
                <a:ea typeface="Gelasio"/>
              </a:rPr>
              <a:t>Technology adoption support</a:t>
            </a:r>
            <a:endParaRPr b="0" lang="en-IN" sz="1150" spc="-1" strike="noStrike">
              <a:solidFill>
                <a:srgbClr val="000000"/>
              </a:solidFill>
              <a:latin typeface="Arial"/>
            </a:endParaRPr>
          </a:p>
        </p:txBody>
      </p:sp>
      <p:sp>
        <p:nvSpPr>
          <p:cNvPr id="138" name="Google Shape;187;p12"/>
          <p:cNvSpPr/>
          <p:nvPr/>
        </p:nvSpPr>
        <p:spPr>
          <a:xfrm>
            <a:off x="3282840" y="3492000"/>
            <a:ext cx="2657160" cy="110520"/>
          </a:xfrm>
          <a:prstGeom prst="rect">
            <a:avLst/>
          </a:prstGeom>
          <a:noFill/>
          <a:ln w="0">
            <a:noFill/>
          </a:ln>
        </p:spPr>
        <p:style>
          <a:lnRef idx="0"/>
          <a:fillRef idx="0"/>
          <a:effectRef idx="0"/>
          <a:fontRef idx="minor"/>
        </p:style>
        <p:txBody>
          <a:bodyPr lIns="0" rIns="0" tIns="0" bIns="0" anchor="t">
            <a:noAutofit/>
          </a:bodyPr>
          <a:p>
            <a:pPr>
              <a:lnSpc>
                <a:spcPct val="104000"/>
              </a:lnSpc>
              <a:tabLst>
                <a:tab algn="l" pos="0"/>
              </a:tabLst>
            </a:pPr>
            <a:r>
              <a:rPr b="1" lang="en-US" sz="1250" spc="-1" strike="noStrike">
                <a:solidFill>
                  <a:srgbClr val="484237"/>
                </a:solidFill>
                <a:latin typeface="Gelasio SemiBold"/>
                <a:ea typeface="Gelasio SemiBold"/>
              </a:rPr>
              <a:t>Employees</a:t>
            </a:r>
            <a:endParaRPr b="1" lang="en-IN" sz="1250" spc="-1" strike="noStrike">
              <a:solidFill>
                <a:srgbClr val="000000"/>
              </a:solidFill>
              <a:latin typeface="Arial"/>
            </a:endParaRPr>
          </a:p>
        </p:txBody>
      </p:sp>
      <p:sp>
        <p:nvSpPr>
          <p:cNvPr id="139" name="Google Shape;188;p12"/>
          <p:cNvSpPr/>
          <p:nvPr/>
        </p:nvSpPr>
        <p:spPr>
          <a:xfrm>
            <a:off x="3240000" y="3824280"/>
            <a:ext cx="2657160" cy="279720"/>
          </a:xfrm>
          <a:prstGeom prst="rect">
            <a:avLst/>
          </a:prstGeom>
          <a:noFill/>
          <a:ln w="0">
            <a:noFill/>
          </a:ln>
        </p:spPr>
        <p:style>
          <a:lnRef idx="0"/>
          <a:fillRef idx="0"/>
          <a:effectRef idx="0"/>
          <a:fontRef idx="minor"/>
        </p:style>
        <p:txBody>
          <a:bodyPr lIns="0" rIns="0" tIns="0" bIns="0" anchor="t">
            <a:noAutofit/>
          </a:bodyPr>
          <a:p>
            <a:pPr marL="111600" indent="-149760">
              <a:lnSpc>
                <a:spcPct val="100000"/>
              </a:lnSpc>
              <a:buClr>
                <a:srgbClr val="746558"/>
              </a:buClr>
              <a:buFont typeface="Gelasio"/>
              <a:buChar char="•"/>
            </a:pPr>
            <a:r>
              <a:rPr b="0" lang="en-US" sz="1150" spc="-1" strike="noStrike">
                <a:solidFill>
                  <a:srgbClr val="746558"/>
                </a:solidFill>
                <a:latin typeface="Gelasio"/>
                <a:ea typeface="Gelasio"/>
              </a:rPr>
              <a:t>Exposure to digital workplace skills</a:t>
            </a:r>
            <a:endParaRPr b="0" lang="en-IN" sz="1150" spc="-1" strike="noStrike">
              <a:solidFill>
                <a:srgbClr val="000000"/>
              </a:solidFill>
              <a:latin typeface="Arial"/>
            </a:endParaRPr>
          </a:p>
          <a:p>
            <a:pPr marL="111600" indent="-149760">
              <a:lnSpc>
                <a:spcPct val="100000"/>
              </a:lnSpc>
              <a:buClr>
                <a:srgbClr val="746558"/>
              </a:buClr>
              <a:buFont typeface="Gelasio"/>
              <a:buChar char="•"/>
            </a:pPr>
            <a:r>
              <a:rPr b="0" lang="en-US" sz="1150" spc="-1" strike="noStrike">
                <a:solidFill>
                  <a:srgbClr val="746558"/>
                </a:solidFill>
                <a:latin typeface="Gelasio"/>
                <a:ea typeface="Gelasio"/>
              </a:rPr>
              <a:t>Practical experience with common tools</a:t>
            </a:r>
            <a:endParaRPr b="0" lang="en-IN" sz="1150" spc="-1" strike="noStrike">
              <a:solidFill>
                <a:srgbClr val="000000"/>
              </a:solidFill>
              <a:latin typeface="Arial"/>
            </a:endParaRPr>
          </a:p>
          <a:p>
            <a:pPr marL="111600" indent="-149760">
              <a:lnSpc>
                <a:spcPct val="100000"/>
              </a:lnSpc>
              <a:buClr>
                <a:srgbClr val="746558"/>
              </a:buClr>
              <a:buFont typeface="Gelasio"/>
              <a:buChar char="•"/>
            </a:pPr>
            <a:r>
              <a:rPr b="0" lang="en-US" sz="1150" spc="-1" strike="noStrike">
                <a:solidFill>
                  <a:srgbClr val="746558"/>
                </a:solidFill>
                <a:latin typeface="Gelasio"/>
                <a:ea typeface="Gelasio"/>
              </a:rPr>
              <a:t>Better awareness of digital workflows</a:t>
            </a:r>
            <a:endParaRPr b="0" lang="en-IN" sz="1150" spc="-1" strike="noStrike">
              <a:solidFill>
                <a:srgbClr val="000000"/>
              </a:solidFill>
              <a:latin typeface="Arial"/>
            </a:endParaRPr>
          </a:p>
        </p:txBody>
      </p:sp>
      <p:sp>
        <p:nvSpPr>
          <p:cNvPr id="140" name="Google Shape;189;p12"/>
          <p:cNvSpPr/>
          <p:nvPr/>
        </p:nvSpPr>
        <p:spPr>
          <a:xfrm>
            <a:off x="6120000" y="3436200"/>
            <a:ext cx="2574000" cy="110520"/>
          </a:xfrm>
          <a:prstGeom prst="rect">
            <a:avLst/>
          </a:prstGeom>
          <a:noFill/>
          <a:ln w="0">
            <a:noFill/>
          </a:ln>
        </p:spPr>
        <p:style>
          <a:lnRef idx="0"/>
          <a:fillRef idx="0"/>
          <a:effectRef idx="0"/>
          <a:fontRef idx="minor"/>
        </p:style>
        <p:txBody>
          <a:bodyPr lIns="0" rIns="0" tIns="0" bIns="0" anchor="t">
            <a:noAutofit/>
          </a:bodyPr>
          <a:p>
            <a:pPr>
              <a:lnSpc>
                <a:spcPct val="104000"/>
              </a:lnSpc>
              <a:tabLst>
                <a:tab algn="l" pos="0"/>
              </a:tabLst>
            </a:pPr>
            <a:r>
              <a:rPr b="1" lang="en-US" sz="1250" spc="-1" strike="noStrike">
                <a:solidFill>
                  <a:srgbClr val="484237"/>
                </a:solidFill>
                <a:latin typeface="Gelasio SemiBold"/>
                <a:ea typeface="Gelasio SemiBold"/>
              </a:rPr>
              <a:t>Student Team</a:t>
            </a:r>
            <a:endParaRPr b="1" lang="en-IN" sz="1250" spc="-1" strike="noStrike">
              <a:solidFill>
                <a:srgbClr val="000000"/>
              </a:solidFill>
              <a:latin typeface="Arial"/>
            </a:endParaRPr>
          </a:p>
        </p:txBody>
      </p:sp>
      <p:sp>
        <p:nvSpPr>
          <p:cNvPr id="141" name="Google Shape;190;p12"/>
          <p:cNvSpPr/>
          <p:nvPr/>
        </p:nvSpPr>
        <p:spPr>
          <a:xfrm>
            <a:off x="6083280" y="3764880"/>
            <a:ext cx="2574000" cy="376920"/>
          </a:xfrm>
          <a:prstGeom prst="rect">
            <a:avLst/>
          </a:prstGeom>
          <a:noFill/>
          <a:ln w="0">
            <a:noFill/>
          </a:ln>
        </p:spPr>
        <p:style>
          <a:lnRef idx="0"/>
          <a:fillRef idx="0"/>
          <a:effectRef idx="0"/>
          <a:fontRef idx="minor"/>
        </p:style>
        <p:txBody>
          <a:bodyPr lIns="0" rIns="0" tIns="0" bIns="0" anchor="t">
            <a:noAutofit/>
          </a:bodyPr>
          <a:p>
            <a:pPr marL="111600" indent="-149760">
              <a:lnSpc>
                <a:spcPct val="100000"/>
              </a:lnSpc>
              <a:buClr>
                <a:srgbClr val="746558"/>
              </a:buClr>
              <a:buFont typeface="Gelasio"/>
              <a:buChar char="•"/>
            </a:pPr>
            <a:r>
              <a:rPr b="0" lang="en-US" sz="1150" spc="-1" strike="noStrike">
                <a:solidFill>
                  <a:srgbClr val="746558"/>
                </a:solidFill>
                <a:latin typeface="Gelasio"/>
                <a:ea typeface="Gelasio"/>
              </a:rPr>
              <a:t>User requirement analysis</a:t>
            </a:r>
            <a:endParaRPr b="0" lang="en-IN" sz="1150" spc="-1" strike="noStrike">
              <a:solidFill>
                <a:srgbClr val="000000"/>
              </a:solidFill>
              <a:latin typeface="Arial"/>
            </a:endParaRPr>
          </a:p>
          <a:p>
            <a:pPr marL="111600" indent="-149760">
              <a:lnSpc>
                <a:spcPct val="100000"/>
              </a:lnSpc>
              <a:buClr>
                <a:srgbClr val="746558"/>
              </a:buClr>
              <a:buFont typeface="Gelasio"/>
              <a:buChar char="•"/>
            </a:pPr>
            <a:r>
              <a:rPr b="0" lang="en-US" sz="1150" spc="-1" strike="noStrike">
                <a:solidFill>
                  <a:srgbClr val="746558"/>
                </a:solidFill>
                <a:latin typeface="Gelasio"/>
                <a:ea typeface="Gelasio"/>
              </a:rPr>
              <a:t>Community interaction</a:t>
            </a:r>
            <a:endParaRPr b="0" lang="en-IN" sz="1150" spc="-1" strike="noStrike">
              <a:solidFill>
                <a:srgbClr val="000000"/>
              </a:solidFill>
              <a:latin typeface="Arial"/>
            </a:endParaRPr>
          </a:p>
          <a:p>
            <a:pPr marL="111600" indent="-149760">
              <a:lnSpc>
                <a:spcPct val="100000"/>
              </a:lnSpc>
              <a:buClr>
                <a:srgbClr val="746558"/>
              </a:buClr>
              <a:buFont typeface="Gelasio"/>
              <a:buChar char="•"/>
            </a:pPr>
            <a:r>
              <a:rPr b="0" lang="en-US" sz="1150" spc="-1" strike="noStrike">
                <a:solidFill>
                  <a:srgbClr val="746558"/>
                </a:solidFill>
                <a:latin typeface="Gelasio"/>
                <a:ea typeface="Gelasio"/>
              </a:rPr>
              <a:t>Training design</a:t>
            </a:r>
            <a:endParaRPr b="0" lang="en-IN" sz="1150" spc="-1" strike="noStrike">
              <a:solidFill>
                <a:srgbClr val="000000"/>
              </a:solidFill>
              <a:latin typeface="Arial"/>
            </a:endParaRPr>
          </a:p>
          <a:p>
            <a:pPr marL="111600" indent="-149760">
              <a:lnSpc>
                <a:spcPct val="100000"/>
              </a:lnSpc>
              <a:buClr>
                <a:srgbClr val="746558"/>
              </a:buClr>
              <a:buFont typeface="Gelasio"/>
              <a:buChar char="•"/>
            </a:pPr>
            <a:r>
              <a:rPr b="0" lang="en-US" sz="1150" spc="-1" strike="noStrike">
                <a:solidFill>
                  <a:srgbClr val="746558"/>
                </a:solidFill>
                <a:latin typeface="Gelasio"/>
                <a:ea typeface="Gelasio"/>
              </a:rPr>
              <a:t>Technology development experience</a:t>
            </a:r>
            <a:endParaRPr b="0" lang="en-IN" sz="1150" spc="-1" strike="noStrike">
              <a:solidFill>
                <a:srgbClr val="000000"/>
              </a:solidFill>
              <a:latin typeface="Arial"/>
            </a:endParaRPr>
          </a:p>
        </p:txBody>
      </p:sp>
      <p:sp>
        <p:nvSpPr>
          <p:cNvPr id="142" name="Google Shape;191;p12"/>
          <p:cNvSpPr/>
          <p:nvPr/>
        </p:nvSpPr>
        <p:spPr>
          <a:xfrm>
            <a:off x="8025120" y="4850280"/>
            <a:ext cx="1118520" cy="292680"/>
          </a:xfrm>
          <a:prstGeom prst="rect">
            <a:avLst/>
          </a:prstGeom>
          <a:solidFill>
            <a:srgbClr val="f9f7f0"/>
          </a:solidFill>
          <a:ln w="0">
            <a:noFill/>
          </a:ln>
        </p:spPr>
        <p:style>
          <a:lnRef idx="0"/>
          <a:fillRef idx="0"/>
          <a:effectRef idx="0"/>
          <a:fontRef idx="minor"/>
        </p:style>
        <p:txBody>
          <a:bodyPr tIns="91440" bIns="91440" anchor="t">
            <a:noAutofit/>
          </a:bodyPr>
          <a:p>
            <a:pPr>
              <a:lnSpc>
                <a:spcPct val="100000"/>
              </a:lnSpc>
              <a:tabLst>
                <a:tab algn="l" pos="0"/>
              </a:tabLst>
            </a:pPr>
            <a:endParaRPr b="0" lang="en-IN" sz="14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43" name="Google Shape;197;p13"/>
          <p:cNvSpPr/>
          <p:nvPr/>
        </p:nvSpPr>
        <p:spPr>
          <a:xfrm>
            <a:off x="496080" y="420840"/>
            <a:ext cx="8151480" cy="366480"/>
          </a:xfrm>
          <a:prstGeom prst="rect">
            <a:avLst/>
          </a:prstGeom>
          <a:noFill/>
          <a:ln w="0">
            <a:noFill/>
          </a:ln>
        </p:spPr>
        <p:style>
          <a:lnRef idx="0"/>
          <a:fillRef idx="0"/>
          <a:effectRef idx="0"/>
          <a:fontRef idx="minor"/>
        </p:style>
        <p:txBody>
          <a:bodyPr lIns="0" rIns="0" tIns="0" bIns="0" anchor="t">
            <a:noAutofit/>
          </a:bodyPr>
          <a:p>
            <a:pPr>
              <a:lnSpc>
                <a:spcPct val="104000"/>
              </a:lnSpc>
              <a:tabLst>
                <a:tab algn="l" pos="0"/>
              </a:tabLst>
            </a:pPr>
            <a:r>
              <a:rPr b="1" lang="en-US" sz="2300" spc="-1" strike="noStrike">
                <a:solidFill>
                  <a:srgbClr val="484237"/>
                </a:solidFill>
                <a:latin typeface="Gelasio SemiBold"/>
                <a:ea typeface="Gelasio SemiBold"/>
              </a:rPr>
              <a:t>Conclusion</a:t>
            </a:r>
            <a:endParaRPr b="1" lang="en-IN" sz="2300" spc="-1" strike="noStrike">
              <a:solidFill>
                <a:srgbClr val="000000"/>
              </a:solidFill>
              <a:latin typeface="Arial"/>
            </a:endParaRPr>
          </a:p>
        </p:txBody>
      </p:sp>
      <p:sp>
        <p:nvSpPr>
          <p:cNvPr id="144" name="Google Shape;198;p13"/>
          <p:cNvSpPr/>
          <p:nvPr/>
        </p:nvSpPr>
        <p:spPr>
          <a:xfrm>
            <a:off x="672120" y="1091520"/>
            <a:ext cx="7975440" cy="343080"/>
          </a:xfrm>
          <a:prstGeom prst="rect">
            <a:avLst/>
          </a:prstGeom>
          <a:noFill/>
          <a:ln w="0">
            <a:noFill/>
          </a:ln>
        </p:spPr>
        <p:style>
          <a:lnRef idx="0"/>
          <a:fillRef idx="0"/>
          <a:effectRef idx="0"/>
          <a:fontRef idx="minor"/>
        </p:style>
        <p:txBody>
          <a:bodyPr lIns="0" rIns="0" tIns="0" bIns="0" anchor="t">
            <a:noAutofit/>
          </a:bodyPr>
          <a:p>
            <a:pPr>
              <a:lnSpc>
                <a:spcPct val="122000"/>
              </a:lnSpc>
              <a:tabLst>
                <a:tab algn="l" pos="0"/>
              </a:tabLst>
            </a:pPr>
            <a:r>
              <a:rPr b="0" lang="en-US" sz="900" spc="-1" strike="noStrike">
                <a:solidFill>
                  <a:srgbClr val="746558"/>
                </a:solidFill>
                <a:latin typeface="Gelasio"/>
                <a:ea typeface="Gelasio"/>
              </a:rPr>
              <a:t>"Our CEP project demonstrated that providing technology alone is not enough. Effective technology adoption requires understanding users, identifying their actual difficulties and providing them with the knowledge and confidence required to use technology effectively."</a:t>
            </a:r>
            <a:endParaRPr b="0" lang="en-IN" sz="900" spc="-1" strike="noStrike">
              <a:solidFill>
                <a:srgbClr val="000000"/>
              </a:solidFill>
              <a:latin typeface="Arial"/>
            </a:endParaRPr>
          </a:p>
        </p:txBody>
      </p:sp>
      <p:sp>
        <p:nvSpPr>
          <p:cNvPr id="145" name="Google Shape;199;p13"/>
          <p:cNvSpPr/>
          <p:nvPr/>
        </p:nvSpPr>
        <p:spPr>
          <a:xfrm>
            <a:off x="496080" y="982080"/>
            <a:ext cx="14040" cy="561600"/>
          </a:xfrm>
          <a:prstGeom prst="roundRect">
            <a:avLst>
              <a:gd name="adj" fmla="val 49998"/>
            </a:avLst>
          </a:prstGeom>
          <a:solidFill>
            <a:srgbClr val="d3c5b6"/>
          </a:solidFill>
          <a:ln w="0">
            <a:noFill/>
          </a:ln>
        </p:spPr>
        <p:style>
          <a:lnRef idx="0"/>
          <a:fillRef idx="0"/>
          <a:effectRef idx="0"/>
          <a:fontRef idx="minor"/>
        </p:style>
        <p:txBody>
          <a:bodyPr tIns="91440" bIns="91440" anchor="ctr">
            <a:noAutofit/>
          </a:bodyPr>
          <a:p>
            <a:pPr>
              <a:lnSpc>
                <a:spcPct val="100000"/>
              </a:lnSpc>
              <a:tabLst>
                <a:tab algn="l" pos="0"/>
              </a:tabLst>
            </a:pPr>
            <a:endParaRPr b="0" lang="en-IN" sz="1400" spc="-1" strike="noStrike">
              <a:solidFill>
                <a:srgbClr val="000000"/>
              </a:solidFill>
              <a:latin typeface="Arial"/>
            </a:endParaRPr>
          </a:p>
        </p:txBody>
      </p:sp>
      <p:sp>
        <p:nvSpPr>
          <p:cNvPr id="146" name="Google Shape;200;p13"/>
          <p:cNvSpPr/>
          <p:nvPr/>
        </p:nvSpPr>
        <p:spPr>
          <a:xfrm>
            <a:off x="496080" y="1689840"/>
            <a:ext cx="8151480" cy="293040"/>
          </a:xfrm>
          <a:prstGeom prst="rect">
            <a:avLst/>
          </a:prstGeom>
          <a:noFill/>
          <a:ln w="0">
            <a:noFill/>
          </a:ln>
        </p:spPr>
        <p:style>
          <a:lnRef idx="0"/>
          <a:fillRef idx="0"/>
          <a:effectRef idx="0"/>
          <a:fontRef idx="minor"/>
        </p:style>
        <p:txBody>
          <a:bodyPr lIns="0" rIns="0" tIns="0" bIns="0" anchor="t">
            <a:noAutofit/>
          </a:bodyPr>
          <a:p>
            <a:pPr>
              <a:lnSpc>
                <a:spcPct val="104000"/>
              </a:lnSpc>
              <a:tabLst>
                <a:tab algn="l" pos="0"/>
              </a:tabLst>
            </a:pPr>
            <a:r>
              <a:rPr b="0" lang="en-US" sz="1800" spc="-1" strike="noStrike">
                <a:solidFill>
                  <a:srgbClr val="484237"/>
                </a:solidFill>
                <a:latin typeface="Gelasio SemiBold"/>
                <a:ea typeface="Gelasio SemiBold"/>
              </a:rPr>
              <a:t>Key Learning</a:t>
            </a:r>
            <a:endParaRPr b="0" lang="en-IN" sz="1800" spc="-1" strike="noStrike">
              <a:solidFill>
                <a:srgbClr val="000000"/>
              </a:solidFill>
              <a:latin typeface="Arial"/>
            </a:endParaRPr>
          </a:p>
        </p:txBody>
      </p:sp>
      <p:sp>
        <p:nvSpPr>
          <p:cNvPr id="147" name="Google Shape;201;p13"/>
          <p:cNvSpPr/>
          <p:nvPr/>
        </p:nvSpPr>
        <p:spPr>
          <a:xfrm>
            <a:off x="496080" y="2129040"/>
            <a:ext cx="263880" cy="263880"/>
          </a:xfrm>
          <a:prstGeom prst="roundRect">
            <a:avLst>
              <a:gd name="adj" fmla="val 6668"/>
            </a:avLst>
          </a:prstGeom>
          <a:solidFill>
            <a:srgbClr val="eee8dd"/>
          </a:solidFill>
          <a:ln w="0">
            <a:noFill/>
          </a:ln>
        </p:spPr>
        <p:style>
          <a:lnRef idx="0"/>
          <a:fillRef idx="0"/>
          <a:effectRef idx="0"/>
          <a:fontRef idx="minor"/>
        </p:style>
        <p:txBody>
          <a:bodyPr tIns="91440" bIns="91440" anchor="ctr">
            <a:noAutofit/>
          </a:bodyPr>
          <a:p>
            <a:pPr>
              <a:lnSpc>
                <a:spcPct val="100000"/>
              </a:lnSpc>
              <a:tabLst>
                <a:tab algn="l" pos="0"/>
              </a:tabLst>
            </a:pPr>
            <a:endParaRPr b="0" lang="en-IN" sz="1400" spc="-1" strike="noStrike">
              <a:solidFill>
                <a:srgbClr val="000000"/>
              </a:solidFill>
              <a:latin typeface="Arial"/>
            </a:endParaRPr>
          </a:p>
        </p:txBody>
      </p:sp>
      <p:sp>
        <p:nvSpPr>
          <p:cNvPr id="148" name="Google Shape;202;p13"/>
          <p:cNvSpPr/>
          <p:nvPr/>
        </p:nvSpPr>
        <p:spPr>
          <a:xfrm>
            <a:off x="540000" y="2151000"/>
            <a:ext cx="175680" cy="219600"/>
          </a:xfrm>
          <a:prstGeom prst="rect">
            <a:avLst/>
          </a:prstGeom>
          <a:noFill/>
          <a:ln w="0">
            <a:noFill/>
          </a:ln>
        </p:spPr>
        <p:style>
          <a:lnRef idx="0"/>
          <a:fillRef idx="0"/>
          <a:effectRef idx="0"/>
          <a:fontRef idx="minor"/>
        </p:style>
        <p:txBody>
          <a:bodyPr lIns="0" rIns="0" tIns="0" bIns="0" anchor="ctr">
            <a:noAutofit/>
          </a:bodyPr>
          <a:p>
            <a:pPr algn="ctr">
              <a:lnSpc>
                <a:spcPct val="100000"/>
              </a:lnSpc>
              <a:tabLst>
                <a:tab algn="l" pos="0"/>
              </a:tabLst>
            </a:pPr>
            <a:r>
              <a:rPr b="0" lang="en-US" sz="1350" spc="-1" strike="noStrike">
                <a:solidFill>
                  <a:srgbClr val="746558"/>
                </a:solidFill>
                <a:latin typeface="Gelasio SemiBold"/>
                <a:ea typeface="Gelasio SemiBold"/>
              </a:rPr>
              <a:t>1</a:t>
            </a:r>
            <a:endParaRPr b="0" lang="en-IN" sz="1350" spc="-1" strike="noStrike">
              <a:solidFill>
                <a:srgbClr val="000000"/>
              </a:solidFill>
              <a:latin typeface="Arial"/>
            </a:endParaRPr>
          </a:p>
        </p:txBody>
      </p:sp>
      <p:sp>
        <p:nvSpPr>
          <p:cNvPr id="149" name="Google Shape;203;p13"/>
          <p:cNvSpPr/>
          <p:nvPr/>
        </p:nvSpPr>
        <p:spPr>
          <a:xfrm>
            <a:off x="857520" y="2169360"/>
            <a:ext cx="3653280" cy="183240"/>
          </a:xfrm>
          <a:prstGeom prst="rect">
            <a:avLst/>
          </a:prstGeom>
          <a:noFill/>
          <a:ln w="0">
            <a:noFill/>
          </a:ln>
        </p:spPr>
        <p:style>
          <a:lnRef idx="0"/>
          <a:fillRef idx="0"/>
          <a:effectRef idx="0"/>
          <a:fontRef idx="minor"/>
        </p:style>
        <p:txBody>
          <a:bodyPr lIns="0" rIns="0" tIns="0" bIns="0" anchor="t">
            <a:noAutofit/>
          </a:bodyPr>
          <a:p>
            <a:pPr>
              <a:lnSpc>
                <a:spcPct val="104000"/>
              </a:lnSpc>
              <a:tabLst>
                <a:tab algn="l" pos="0"/>
              </a:tabLst>
            </a:pPr>
            <a:r>
              <a:rPr b="0" lang="en-US" sz="1150" spc="-1" strike="noStrike">
                <a:solidFill>
                  <a:srgbClr val="746558"/>
                </a:solidFill>
                <a:latin typeface="Gelasio SemiBold"/>
                <a:ea typeface="Gelasio SemiBold"/>
              </a:rPr>
              <a:t>Understand Before You Build</a:t>
            </a:r>
            <a:endParaRPr b="0" lang="en-IN" sz="1150" spc="-1" strike="noStrike">
              <a:solidFill>
                <a:srgbClr val="000000"/>
              </a:solidFill>
              <a:latin typeface="Arial"/>
            </a:endParaRPr>
          </a:p>
        </p:txBody>
      </p:sp>
      <p:sp>
        <p:nvSpPr>
          <p:cNvPr id="150" name="Google Shape;204;p13"/>
          <p:cNvSpPr/>
          <p:nvPr/>
        </p:nvSpPr>
        <p:spPr>
          <a:xfrm>
            <a:off x="857520" y="2410920"/>
            <a:ext cx="3653280" cy="171360"/>
          </a:xfrm>
          <a:prstGeom prst="rect">
            <a:avLst/>
          </a:prstGeom>
          <a:noFill/>
          <a:ln w="0">
            <a:noFill/>
          </a:ln>
        </p:spPr>
        <p:style>
          <a:lnRef idx="0"/>
          <a:fillRef idx="0"/>
          <a:effectRef idx="0"/>
          <a:fontRef idx="minor"/>
        </p:style>
        <p:txBody>
          <a:bodyPr lIns="0" rIns="0" tIns="0" bIns="0" anchor="t">
            <a:noAutofit/>
          </a:bodyPr>
          <a:p>
            <a:pPr>
              <a:lnSpc>
                <a:spcPct val="122000"/>
              </a:lnSpc>
              <a:tabLst>
                <a:tab algn="l" pos="0"/>
              </a:tabLst>
            </a:pPr>
            <a:r>
              <a:rPr b="0" lang="en-US" sz="900" spc="-1" strike="noStrike">
                <a:solidFill>
                  <a:srgbClr val="746558"/>
                </a:solidFill>
                <a:latin typeface="Gelasio"/>
                <a:ea typeface="Gelasio"/>
              </a:rPr>
              <a:t>Real user requirements should guide the solution.</a:t>
            </a:r>
            <a:endParaRPr b="0" lang="en-IN" sz="900" spc="-1" strike="noStrike">
              <a:solidFill>
                <a:srgbClr val="000000"/>
              </a:solidFill>
              <a:latin typeface="Arial"/>
            </a:endParaRPr>
          </a:p>
        </p:txBody>
      </p:sp>
      <p:sp>
        <p:nvSpPr>
          <p:cNvPr id="151" name="Google Shape;205;p13"/>
          <p:cNvSpPr/>
          <p:nvPr/>
        </p:nvSpPr>
        <p:spPr>
          <a:xfrm>
            <a:off x="4632840" y="2129040"/>
            <a:ext cx="263880" cy="263880"/>
          </a:xfrm>
          <a:prstGeom prst="roundRect">
            <a:avLst>
              <a:gd name="adj" fmla="val 6668"/>
            </a:avLst>
          </a:prstGeom>
          <a:solidFill>
            <a:srgbClr val="eee8dd"/>
          </a:solidFill>
          <a:ln w="0">
            <a:noFill/>
          </a:ln>
        </p:spPr>
        <p:style>
          <a:lnRef idx="0"/>
          <a:fillRef idx="0"/>
          <a:effectRef idx="0"/>
          <a:fontRef idx="minor"/>
        </p:style>
        <p:txBody>
          <a:bodyPr tIns="91440" bIns="91440" anchor="ctr">
            <a:noAutofit/>
          </a:bodyPr>
          <a:p>
            <a:pPr>
              <a:lnSpc>
                <a:spcPct val="100000"/>
              </a:lnSpc>
              <a:tabLst>
                <a:tab algn="l" pos="0"/>
              </a:tabLst>
            </a:pPr>
            <a:endParaRPr b="0" lang="en-IN" sz="1400" spc="-1" strike="noStrike">
              <a:solidFill>
                <a:srgbClr val="000000"/>
              </a:solidFill>
              <a:latin typeface="Arial"/>
            </a:endParaRPr>
          </a:p>
        </p:txBody>
      </p:sp>
      <p:sp>
        <p:nvSpPr>
          <p:cNvPr id="152" name="Google Shape;206;p13"/>
          <p:cNvSpPr/>
          <p:nvPr/>
        </p:nvSpPr>
        <p:spPr>
          <a:xfrm>
            <a:off x="4676760" y="2151000"/>
            <a:ext cx="175680" cy="219600"/>
          </a:xfrm>
          <a:prstGeom prst="rect">
            <a:avLst/>
          </a:prstGeom>
          <a:noFill/>
          <a:ln w="0">
            <a:noFill/>
          </a:ln>
        </p:spPr>
        <p:style>
          <a:lnRef idx="0"/>
          <a:fillRef idx="0"/>
          <a:effectRef idx="0"/>
          <a:fontRef idx="minor"/>
        </p:style>
        <p:txBody>
          <a:bodyPr lIns="0" rIns="0" tIns="0" bIns="0" anchor="ctr">
            <a:noAutofit/>
          </a:bodyPr>
          <a:p>
            <a:pPr algn="ctr">
              <a:lnSpc>
                <a:spcPct val="100000"/>
              </a:lnSpc>
              <a:tabLst>
                <a:tab algn="l" pos="0"/>
              </a:tabLst>
            </a:pPr>
            <a:r>
              <a:rPr b="0" lang="en-US" sz="1350" spc="-1" strike="noStrike">
                <a:solidFill>
                  <a:srgbClr val="746558"/>
                </a:solidFill>
                <a:latin typeface="Gelasio SemiBold"/>
                <a:ea typeface="Gelasio SemiBold"/>
              </a:rPr>
              <a:t>2</a:t>
            </a:r>
            <a:endParaRPr b="0" lang="en-IN" sz="1350" spc="-1" strike="noStrike">
              <a:solidFill>
                <a:srgbClr val="000000"/>
              </a:solidFill>
              <a:latin typeface="Arial"/>
            </a:endParaRPr>
          </a:p>
        </p:txBody>
      </p:sp>
      <p:sp>
        <p:nvSpPr>
          <p:cNvPr id="153" name="Google Shape;207;p13"/>
          <p:cNvSpPr/>
          <p:nvPr/>
        </p:nvSpPr>
        <p:spPr>
          <a:xfrm>
            <a:off x="4993920" y="2169360"/>
            <a:ext cx="3653640" cy="183240"/>
          </a:xfrm>
          <a:prstGeom prst="rect">
            <a:avLst/>
          </a:prstGeom>
          <a:noFill/>
          <a:ln w="0">
            <a:noFill/>
          </a:ln>
        </p:spPr>
        <p:style>
          <a:lnRef idx="0"/>
          <a:fillRef idx="0"/>
          <a:effectRef idx="0"/>
          <a:fontRef idx="minor"/>
        </p:style>
        <p:txBody>
          <a:bodyPr lIns="0" rIns="0" tIns="0" bIns="0" anchor="t">
            <a:noAutofit/>
          </a:bodyPr>
          <a:p>
            <a:pPr>
              <a:lnSpc>
                <a:spcPct val="104000"/>
              </a:lnSpc>
              <a:tabLst>
                <a:tab algn="l" pos="0"/>
              </a:tabLst>
            </a:pPr>
            <a:r>
              <a:rPr b="0" lang="en-US" sz="1150" spc="-1" strike="noStrike">
                <a:solidFill>
                  <a:srgbClr val="746558"/>
                </a:solidFill>
                <a:latin typeface="Gelasio SemiBold"/>
                <a:ea typeface="Gelasio SemiBold"/>
              </a:rPr>
              <a:t>Technology Must Be Usable</a:t>
            </a:r>
            <a:endParaRPr b="0" lang="en-IN" sz="1150" spc="-1" strike="noStrike">
              <a:solidFill>
                <a:srgbClr val="000000"/>
              </a:solidFill>
              <a:latin typeface="Arial"/>
            </a:endParaRPr>
          </a:p>
        </p:txBody>
      </p:sp>
      <p:sp>
        <p:nvSpPr>
          <p:cNvPr id="154" name="Google Shape;208;p13"/>
          <p:cNvSpPr/>
          <p:nvPr/>
        </p:nvSpPr>
        <p:spPr>
          <a:xfrm>
            <a:off x="4993920" y="2410920"/>
            <a:ext cx="3653640" cy="343080"/>
          </a:xfrm>
          <a:prstGeom prst="rect">
            <a:avLst/>
          </a:prstGeom>
          <a:noFill/>
          <a:ln w="0">
            <a:noFill/>
          </a:ln>
        </p:spPr>
        <p:style>
          <a:lnRef idx="0"/>
          <a:fillRef idx="0"/>
          <a:effectRef idx="0"/>
          <a:fontRef idx="minor"/>
        </p:style>
        <p:txBody>
          <a:bodyPr lIns="0" rIns="0" tIns="0" bIns="0" anchor="t">
            <a:noAutofit/>
          </a:bodyPr>
          <a:p>
            <a:pPr>
              <a:lnSpc>
                <a:spcPct val="122000"/>
              </a:lnSpc>
              <a:tabLst>
                <a:tab algn="l" pos="0"/>
              </a:tabLst>
            </a:pPr>
            <a:r>
              <a:rPr b="0" lang="en-US" sz="900" spc="-1" strike="noStrike">
                <a:solidFill>
                  <a:srgbClr val="746558"/>
                </a:solidFill>
                <a:latin typeface="Gelasio"/>
                <a:ea typeface="Gelasio"/>
              </a:rPr>
              <a:t>A technically available system is not useful if users cannot comfortably operate it.</a:t>
            </a:r>
            <a:endParaRPr b="0" lang="en-IN" sz="900" spc="-1" strike="noStrike">
              <a:solidFill>
                <a:srgbClr val="000000"/>
              </a:solidFill>
              <a:latin typeface="Arial"/>
            </a:endParaRPr>
          </a:p>
        </p:txBody>
      </p:sp>
      <p:sp>
        <p:nvSpPr>
          <p:cNvPr id="155" name="Google Shape;209;p13"/>
          <p:cNvSpPr/>
          <p:nvPr/>
        </p:nvSpPr>
        <p:spPr>
          <a:xfrm>
            <a:off x="496080" y="2948760"/>
            <a:ext cx="263880" cy="263880"/>
          </a:xfrm>
          <a:prstGeom prst="roundRect">
            <a:avLst>
              <a:gd name="adj" fmla="val 6668"/>
            </a:avLst>
          </a:prstGeom>
          <a:solidFill>
            <a:srgbClr val="eee8dd"/>
          </a:solidFill>
          <a:ln w="0">
            <a:noFill/>
          </a:ln>
        </p:spPr>
        <p:style>
          <a:lnRef idx="0"/>
          <a:fillRef idx="0"/>
          <a:effectRef idx="0"/>
          <a:fontRef idx="minor"/>
        </p:style>
        <p:txBody>
          <a:bodyPr tIns="91440" bIns="91440" anchor="ctr">
            <a:noAutofit/>
          </a:bodyPr>
          <a:p>
            <a:pPr>
              <a:lnSpc>
                <a:spcPct val="100000"/>
              </a:lnSpc>
              <a:tabLst>
                <a:tab algn="l" pos="0"/>
              </a:tabLst>
            </a:pPr>
            <a:endParaRPr b="0" lang="en-IN" sz="1400" spc="-1" strike="noStrike">
              <a:solidFill>
                <a:srgbClr val="000000"/>
              </a:solidFill>
              <a:latin typeface="Arial"/>
            </a:endParaRPr>
          </a:p>
        </p:txBody>
      </p:sp>
      <p:sp>
        <p:nvSpPr>
          <p:cNvPr id="156" name="Google Shape;210;p13"/>
          <p:cNvSpPr/>
          <p:nvPr/>
        </p:nvSpPr>
        <p:spPr>
          <a:xfrm>
            <a:off x="540000" y="2970720"/>
            <a:ext cx="175680" cy="219600"/>
          </a:xfrm>
          <a:prstGeom prst="rect">
            <a:avLst/>
          </a:prstGeom>
          <a:noFill/>
          <a:ln w="0">
            <a:noFill/>
          </a:ln>
        </p:spPr>
        <p:style>
          <a:lnRef idx="0"/>
          <a:fillRef idx="0"/>
          <a:effectRef idx="0"/>
          <a:fontRef idx="minor"/>
        </p:style>
        <p:txBody>
          <a:bodyPr lIns="0" rIns="0" tIns="0" bIns="0" anchor="ctr">
            <a:noAutofit/>
          </a:bodyPr>
          <a:p>
            <a:pPr algn="ctr">
              <a:lnSpc>
                <a:spcPct val="100000"/>
              </a:lnSpc>
              <a:tabLst>
                <a:tab algn="l" pos="0"/>
              </a:tabLst>
            </a:pPr>
            <a:r>
              <a:rPr b="0" lang="en-US" sz="1350" spc="-1" strike="noStrike">
                <a:solidFill>
                  <a:srgbClr val="746558"/>
                </a:solidFill>
                <a:latin typeface="Gelasio SemiBold"/>
                <a:ea typeface="Gelasio SemiBold"/>
              </a:rPr>
              <a:t>3</a:t>
            </a:r>
            <a:endParaRPr b="0" lang="en-IN" sz="1350" spc="-1" strike="noStrike">
              <a:solidFill>
                <a:srgbClr val="000000"/>
              </a:solidFill>
              <a:latin typeface="Arial"/>
            </a:endParaRPr>
          </a:p>
        </p:txBody>
      </p:sp>
      <p:sp>
        <p:nvSpPr>
          <p:cNvPr id="157" name="Google Shape;211;p13"/>
          <p:cNvSpPr/>
          <p:nvPr/>
        </p:nvSpPr>
        <p:spPr>
          <a:xfrm>
            <a:off x="857520" y="2989080"/>
            <a:ext cx="3653280" cy="183240"/>
          </a:xfrm>
          <a:prstGeom prst="rect">
            <a:avLst/>
          </a:prstGeom>
          <a:noFill/>
          <a:ln w="0">
            <a:noFill/>
          </a:ln>
        </p:spPr>
        <p:style>
          <a:lnRef idx="0"/>
          <a:fillRef idx="0"/>
          <a:effectRef idx="0"/>
          <a:fontRef idx="minor"/>
        </p:style>
        <p:txBody>
          <a:bodyPr lIns="0" rIns="0" tIns="0" bIns="0" anchor="t">
            <a:noAutofit/>
          </a:bodyPr>
          <a:p>
            <a:pPr>
              <a:lnSpc>
                <a:spcPct val="104000"/>
              </a:lnSpc>
              <a:tabLst>
                <a:tab algn="l" pos="0"/>
              </a:tabLst>
            </a:pPr>
            <a:r>
              <a:rPr b="0" lang="en-US" sz="1150" spc="-1" strike="noStrike">
                <a:solidFill>
                  <a:srgbClr val="746558"/>
                </a:solidFill>
                <a:latin typeface="Gelasio SemiBold"/>
                <a:ea typeface="Gelasio SemiBold"/>
              </a:rPr>
              <a:t>Practical Training Matters</a:t>
            </a:r>
            <a:endParaRPr b="0" lang="en-IN" sz="1150" spc="-1" strike="noStrike">
              <a:solidFill>
                <a:srgbClr val="000000"/>
              </a:solidFill>
              <a:latin typeface="Arial"/>
            </a:endParaRPr>
          </a:p>
        </p:txBody>
      </p:sp>
      <p:sp>
        <p:nvSpPr>
          <p:cNvPr id="158" name="Google Shape;212;p13"/>
          <p:cNvSpPr/>
          <p:nvPr/>
        </p:nvSpPr>
        <p:spPr>
          <a:xfrm>
            <a:off x="857520" y="3231000"/>
            <a:ext cx="3653280" cy="343080"/>
          </a:xfrm>
          <a:prstGeom prst="rect">
            <a:avLst/>
          </a:prstGeom>
          <a:noFill/>
          <a:ln w="0">
            <a:noFill/>
          </a:ln>
        </p:spPr>
        <p:style>
          <a:lnRef idx="0"/>
          <a:fillRef idx="0"/>
          <a:effectRef idx="0"/>
          <a:fontRef idx="minor"/>
        </p:style>
        <p:txBody>
          <a:bodyPr lIns="0" rIns="0" tIns="0" bIns="0" anchor="t">
            <a:noAutofit/>
          </a:bodyPr>
          <a:p>
            <a:pPr>
              <a:lnSpc>
                <a:spcPct val="122000"/>
              </a:lnSpc>
              <a:tabLst>
                <a:tab algn="l" pos="0"/>
              </a:tabLst>
            </a:pPr>
            <a:r>
              <a:rPr b="0" lang="en-US" sz="900" spc="-1" strike="noStrike">
                <a:solidFill>
                  <a:srgbClr val="746558"/>
                </a:solidFill>
                <a:latin typeface="Gelasio"/>
                <a:ea typeface="Gelasio"/>
              </a:rPr>
              <a:t>Hands-on workplace examples are more meaningful than purely theoretical instruction.</a:t>
            </a:r>
            <a:endParaRPr b="0" lang="en-IN" sz="900" spc="-1" strike="noStrike">
              <a:solidFill>
                <a:srgbClr val="000000"/>
              </a:solidFill>
              <a:latin typeface="Arial"/>
            </a:endParaRPr>
          </a:p>
        </p:txBody>
      </p:sp>
      <p:sp>
        <p:nvSpPr>
          <p:cNvPr id="159" name="Google Shape;213;p13"/>
          <p:cNvSpPr/>
          <p:nvPr/>
        </p:nvSpPr>
        <p:spPr>
          <a:xfrm>
            <a:off x="4632840" y="2948760"/>
            <a:ext cx="263880" cy="263880"/>
          </a:xfrm>
          <a:prstGeom prst="roundRect">
            <a:avLst>
              <a:gd name="adj" fmla="val 6668"/>
            </a:avLst>
          </a:prstGeom>
          <a:solidFill>
            <a:srgbClr val="eee8dd"/>
          </a:solidFill>
          <a:ln w="0">
            <a:noFill/>
          </a:ln>
        </p:spPr>
        <p:style>
          <a:lnRef idx="0"/>
          <a:fillRef idx="0"/>
          <a:effectRef idx="0"/>
          <a:fontRef idx="minor"/>
        </p:style>
        <p:txBody>
          <a:bodyPr tIns="91440" bIns="91440" anchor="ctr">
            <a:noAutofit/>
          </a:bodyPr>
          <a:p>
            <a:pPr>
              <a:lnSpc>
                <a:spcPct val="100000"/>
              </a:lnSpc>
              <a:tabLst>
                <a:tab algn="l" pos="0"/>
              </a:tabLst>
            </a:pPr>
            <a:endParaRPr b="0" lang="en-IN" sz="1400" spc="-1" strike="noStrike">
              <a:solidFill>
                <a:srgbClr val="000000"/>
              </a:solidFill>
              <a:latin typeface="Arial"/>
            </a:endParaRPr>
          </a:p>
        </p:txBody>
      </p:sp>
      <p:sp>
        <p:nvSpPr>
          <p:cNvPr id="160" name="Google Shape;214;p13"/>
          <p:cNvSpPr/>
          <p:nvPr/>
        </p:nvSpPr>
        <p:spPr>
          <a:xfrm>
            <a:off x="4676760" y="2970720"/>
            <a:ext cx="175680" cy="219600"/>
          </a:xfrm>
          <a:prstGeom prst="rect">
            <a:avLst/>
          </a:prstGeom>
          <a:noFill/>
          <a:ln w="0">
            <a:noFill/>
          </a:ln>
        </p:spPr>
        <p:style>
          <a:lnRef idx="0"/>
          <a:fillRef idx="0"/>
          <a:effectRef idx="0"/>
          <a:fontRef idx="minor"/>
        </p:style>
        <p:txBody>
          <a:bodyPr lIns="0" rIns="0" tIns="0" bIns="0" anchor="ctr">
            <a:noAutofit/>
          </a:bodyPr>
          <a:p>
            <a:pPr algn="ctr">
              <a:lnSpc>
                <a:spcPct val="100000"/>
              </a:lnSpc>
              <a:tabLst>
                <a:tab algn="l" pos="0"/>
              </a:tabLst>
            </a:pPr>
            <a:r>
              <a:rPr b="0" lang="en-US" sz="1350" spc="-1" strike="noStrike">
                <a:solidFill>
                  <a:srgbClr val="746558"/>
                </a:solidFill>
                <a:latin typeface="Gelasio SemiBold"/>
                <a:ea typeface="Gelasio SemiBold"/>
              </a:rPr>
              <a:t>4</a:t>
            </a:r>
            <a:endParaRPr b="0" lang="en-IN" sz="1350" spc="-1" strike="noStrike">
              <a:solidFill>
                <a:srgbClr val="000000"/>
              </a:solidFill>
              <a:latin typeface="Arial"/>
            </a:endParaRPr>
          </a:p>
        </p:txBody>
      </p:sp>
      <p:sp>
        <p:nvSpPr>
          <p:cNvPr id="161" name="Google Shape;215;p13"/>
          <p:cNvSpPr/>
          <p:nvPr/>
        </p:nvSpPr>
        <p:spPr>
          <a:xfrm>
            <a:off x="4993920" y="2989080"/>
            <a:ext cx="3653640" cy="183240"/>
          </a:xfrm>
          <a:prstGeom prst="rect">
            <a:avLst/>
          </a:prstGeom>
          <a:noFill/>
          <a:ln w="0">
            <a:noFill/>
          </a:ln>
        </p:spPr>
        <p:style>
          <a:lnRef idx="0"/>
          <a:fillRef idx="0"/>
          <a:effectRef idx="0"/>
          <a:fontRef idx="minor"/>
        </p:style>
        <p:txBody>
          <a:bodyPr lIns="0" rIns="0" tIns="0" bIns="0" anchor="t">
            <a:noAutofit/>
          </a:bodyPr>
          <a:p>
            <a:pPr>
              <a:lnSpc>
                <a:spcPct val="104000"/>
              </a:lnSpc>
              <a:tabLst>
                <a:tab algn="l" pos="0"/>
              </a:tabLst>
            </a:pPr>
            <a:r>
              <a:rPr b="0" lang="en-US" sz="1150" spc="-1" strike="noStrike">
                <a:solidFill>
                  <a:srgbClr val="746558"/>
                </a:solidFill>
                <a:latin typeface="Gelasio SemiBold"/>
                <a:ea typeface="Gelasio SemiBold"/>
              </a:rPr>
              <a:t>Community Engagement Is Two-Way</a:t>
            </a:r>
            <a:endParaRPr b="0" lang="en-IN" sz="1150" spc="-1" strike="noStrike">
              <a:solidFill>
                <a:srgbClr val="000000"/>
              </a:solidFill>
              <a:latin typeface="Arial"/>
            </a:endParaRPr>
          </a:p>
        </p:txBody>
      </p:sp>
      <p:sp>
        <p:nvSpPr>
          <p:cNvPr id="162" name="Google Shape;216;p13"/>
          <p:cNvSpPr/>
          <p:nvPr/>
        </p:nvSpPr>
        <p:spPr>
          <a:xfrm>
            <a:off x="4993920" y="3231000"/>
            <a:ext cx="3653640" cy="514800"/>
          </a:xfrm>
          <a:prstGeom prst="rect">
            <a:avLst/>
          </a:prstGeom>
          <a:noFill/>
          <a:ln w="0">
            <a:noFill/>
          </a:ln>
        </p:spPr>
        <p:style>
          <a:lnRef idx="0"/>
          <a:fillRef idx="0"/>
          <a:effectRef idx="0"/>
          <a:fontRef idx="minor"/>
        </p:style>
        <p:txBody>
          <a:bodyPr lIns="0" rIns="0" tIns="0" bIns="0" anchor="t">
            <a:noAutofit/>
          </a:bodyPr>
          <a:p>
            <a:pPr>
              <a:lnSpc>
                <a:spcPct val="122000"/>
              </a:lnSpc>
              <a:tabLst>
                <a:tab algn="l" pos="0"/>
              </a:tabLst>
            </a:pPr>
            <a:r>
              <a:rPr b="0" lang="en-US" sz="900" spc="-1" strike="noStrike">
                <a:solidFill>
                  <a:srgbClr val="746558"/>
                </a:solidFill>
                <a:latin typeface="Gelasio"/>
                <a:ea typeface="Gelasio"/>
              </a:rPr>
              <a:t>We contributed our technical knowledge while gaining real-world experience in communication, requirement analysis and problem solving.</a:t>
            </a:r>
            <a:endParaRPr b="0" lang="en-IN" sz="900" spc="-1" strike="noStrike">
              <a:solidFill>
                <a:srgbClr val="000000"/>
              </a:solidFill>
              <a:latin typeface="Arial"/>
            </a:endParaRPr>
          </a:p>
        </p:txBody>
      </p:sp>
      <p:pic>
        <p:nvPicPr>
          <p:cNvPr id="163" name="Google Shape;217;p13" descr="preencoded.png"/>
          <p:cNvPicPr/>
          <p:nvPr/>
        </p:nvPicPr>
        <p:blipFill>
          <a:blip r:embed="rId1"/>
          <a:stretch/>
        </p:blipFill>
        <p:spPr>
          <a:xfrm>
            <a:off x="496080" y="3855240"/>
            <a:ext cx="2716920" cy="469080"/>
          </a:xfrm>
          <a:prstGeom prst="rect">
            <a:avLst/>
          </a:prstGeom>
          <a:ln w="0">
            <a:noFill/>
          </a:ln>
        </p:spPr>
      </p:pic>
      <p:sp>
        <p:nvSpPr>
          <p:cNvPr id="164" name="Google Shape;218;p13"/>
          <p:cNvSpPr/>
          <p:nvPr/>
        </p:nvSpPr>
        <p:spPr>
          <a:xfrm>
            <a:off x="1297440" y="4421880"/>
            <a:ext cx="2482200" cy="183240"/>
          </a:xfrm>
          <a:prstGeom prst="rect">
            <a:avLst/>
          </a:prstGeom>
          <a:noFill/>
          <a:ln w="0">
            <a:noFill/>
          </a:ln>
        </p:spPr>
        <p:style>
          <a:lnRef idx="0"/>
          <a:fillRef idx="0"/>
          <a:effectRef idx="0"/>
          <a:fontRef idx="minor"/>
        </p:style>
        <p:txBody>
          <a:bodyPr lIns="0" rIns="0" tIns="0" bIns="0" anchor="t">
            <a:noAutofit/>
          </a:bodyPr>
          <a:p>
            <a:pPr>
              <a:lnSpc>
                <a:spcPct val="104000"/>
              </a:lnSpc>
              <a:tabLst>
                <a:tab algn="l" pos="0"/>
              </a:tabLst>
            </a:pPr>
            <a:r>
              <a:rPr b="0" lang="en-US" sz="1150" spc="-1" strike="noStrike">
                <a:solidFill>
                  <a:srgbClr val="746558"/>
                </a:solidFill>
                <a:latin typeface="Gelasio SemiBold"/>
                <a:ea typeface="Gelasio SemiBold"/>
              </a:rPr>
              <a:t>UNDERSTAND</a:t>
            </a:r>
            <a:endParaRPr b="0" lang="en-IN" sz="1150" spc="-1" strike="noStrike">
              <a:solidFill>
                <a:srgbClr val="000000"/>
              </a:solidFill>
              <a:latin typeface="Arial"/>
            </a:endParaRPr>
          </a:p>
        </p:txBody>
      </p:sp>
      <p:pic>
        <p:nvPicPr>
          <p:cNvPr id="165" name="Google Shape;219;p13" descr="preencoded.png"/>
          <p:cNvPicPr/>
          <p:nvPr/>
        </p:nvPicPr>
        <p:blipFill>
          <a:blip r:embed="rId2"/>
          <a:stretch/>
        </p:blipFill>
        <p:spPr>
          <a:xfrm>
            <a:off x="3213360" y="3855240"/>
            <a:ext cx="2716920" cy="469080"/>
          </a:xfrm>
          <a:prstGeom prst="rect">
            <a:avLst/>
          </a:prstGeom>
          <a:ln w="0">
            <a:noFill/>
          </a:ln>
        </p:spPr>
      </p:pic>
      <p:sp>
        <p:nvSpPr>
          <p:cNvPr id="166" name="Google Shape;220;p13"/>
          <p:cNvSpPr/>
          <p:nvPr/>
        </p:nvSpPr>
        <p:spPr>
          <a:xfrm>
            <a:off x="4086720" y="4421880"/>
            <a:ext cx="2482200" cy="183240"/>
          </a:xfrm>
          <a:prstGeom prst="rect">
            <a:avLst/>
          </a:prstGeom>
          <a:noFill/>
          <a:ln w="0">
            <a:noFill/>
          </a:ln>
        </p:spPr>
        <p:style>
          <a:lnRef idx="0"/>
          <a:fillRef idx="0"/>
          <a:effectRef idx="0"/>
          <a:fontRef idx="minor"/>
        </p:style>
        <p:txBody>
          <a:bodyPr lIns="0" rIns="0" tIns="0" bIns="0" anchor="t">
            <a:noAutofit/>
          </a:bodyPr>
          <a:p>
            <a:pPr>
              <a:lnSpc>
                <a:spcPct val="104000"/>
              </a:lnSpc>
              <a:tabLst>
                <a:tab algn="l" pos="0"/>
              </a:tabLst>
            </a:pPr>
            <a:r>
              <a:rPr b="0" lang="en-US" sz="1150" spc="-1" strike="noStrike">
                <a:solidFill>
                  <a:srgbClr val="746558"/>
                </a:solidFill>
                <a:latin typeface="Gelasio SemiBold"/>
                <a:ea typeface="Gelasio SemiBold"/>
              </a:rPr>
              <a:t>EMPOWER</a:t>
            </a:r>
            <a:endParaRPr b="0" lang="en-IN" sz="1150" spc="-1" strike="noStrike">
              <a:solidFill>
                <a:srgbClr val="000000"/>
              </a:solidFill>
              <a:latin typeface="Arial"/>
            </a:endParaRPr>
          </a:p>
        </p:txBody>
      </p:sp>
      <p:pic>
        <p:nvPicPr>
          <p:cNvPr id="167" name="Google Shape;221;p13" descr="preencoded.png"/>
          <p:cNvPicPr/>
          <p:nvPr/>
        </p:nvPicPr>
        <p:blipFill>
          <a:blip r:embed="rId3"/>
          <a:stretch/>
        </p:blipFill>
        <p:spPr>
          <a:xfrm>
            <a:off x="5930640" y="3855240"/>
            <a:ext cx="2716920" cy="469080"/>
          </a:xfrm>
          <a:prstGeom prst="rect">
            <a:avLst/>
          </a:prstGeom>
          <a:ln w="0">
            <a:noFill/>
          </a:ln>
        </p:spPr>
      </p:pic>
      <p:sp>
        <p:nvSpPr>
          <p:cNvPr id="168" name="Google Shape;222;p13"/>
          <p:cNvSpPr/>
          <p:nvPr/>
        </p:nvSpPr>
        <p:spPr>
          <a:xfrm>
            <a:off x="6984000" y="4421880"/>
            <a:ext cx="2482200" cy="183240"/>
          </a:xfrm>
          <a:prstGeom prst="rect">
            <a:avLst/>
          </a:prstGeom>
          <a:noFill/>
          <a:ln w="0">
            <a:noFill/>
          </a:ln>
        </p:spPr>
        <p:style>
          <a:lnRef idx="0"/>
          <a:fillRef idx="0"/>
          <a:effectRef idx="0"/>
          <a:fontRef idx="minor"/>
        </p:style>
        <p:txBody>
          <a:bodyPr lIns="0" rIns="0" tIns="0" bIns="0" anchor="t">
            <a:noAutofit/>
          </a:bodyPr>
          <a:p>
            <a:pPr>
              <a:lnSpc>
                <a:spcPct val="104000"/>
              </a:lnSpc>
              <a:tabLst>
                <a:tab algn="l" pos="0"/>
              </a:tabLst>
            </a:pPr>
            <a:r>
              <a:rPr b="0" lang="en-US" sz="1150" spc="-1" strike="noStrike">
                <a:solidFill>
                  <a:srgbClr val="746558"/>
                </a:solidFill>
                <a:latin typeface="Gelasio SemiBold"/>
                <a:ea typeface="Gelasio SemiBold"/>
              </a:rPr>
              <a:t>ENABLE</a:t>
            </a:r>
            <a:endParaRPr b="0" lang="en-IN" sz="1150" spc="-1" strike="noStrike">
              <a:solidFill>
                <a:srgbClr val="000000"/>
              </a:solidFill>
              <a:latin typeface="Arial"/>
            </a:endParaRPr>
          </a:p>
        </p:txBody>
      </p:sp>
      <p:sp>
        <p:nvSpPr>
          <p:cNvPr id="169" name="Google Shape;223;p13"/>
          <p:cNvSpPr/>
          <p:nvPr/>
        </p:nvSpPr>
        <p:spPr>
          <a:xfrm>
            <a:off x="8025120" y="4850280"/>
            <a:ext cx="1118520" cy="292680"/>
          </a:xfrm>
          <a:prstGeom prst="rect">
            <a:avLst/>
          </a:prstGeom>
          <a:solidFill>
            <a:srgbClr val="f9f7f0"/>
          </a:solidFill>
          <a:ln w="0">
            <a:noFill/>
          </a:ln>
        </p:spPr>
        <p:style>
          <a:lnRef idx="0"/>
          <a:fillRef idx="0"/>
          <a:effectRef idx="0"/>
          <a:fontRef idx="minor"/>
        </p:style>
        <p:txBody>
          <a:bodyPr tIns="91440" bIns="91440" anchor="t">
            <a:noAutofit/>
          </a:bodyPr>
          <a:p>
            <a:pPr>
              <a:lnSpc>
                <a:spcPct val="100000"/>
              </a:lnSpc>
              <a:tabLst>
                <a:tab algn="l" pos="0"/>
              </a:tabLst>
            </a:pPr>
            <a:endParaRPr b="0" lang="en-IN" sz="14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3.xml><?xml version="1.0" encoding="utf-8"?>
<a:theme xmlns:a="http://schemas.openxmlformats.org/drawingml/2006/main" xmlns:r="http://schemas.openxmlformats.org/officeDocument/2006/relationships" name="Office Them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Properties xmlns="http://schemas.openxmlformats.org/officeDocument/2006/extended-properties" xmlns:vt="http://schemas.openxmlformats.org/officeDocument/2006/docPropsVTypes">
  <Template/>
  <TotalTime>1</TotalTime>
  <Application>LibreOffice/24.2.7.2$Linux_X86_64 LibreOffice_project/420$Build-2</Application>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
  <dc:description/>
  <dc:language>en-IN</dc:language>
  <cp:lastModifiedBy/>
  <dcterms:modified xsi:type="dcterms:W3CDTF">2026-09-21T05:41:40Z</dcterms:modified>
  <cp:revision>1</cp:revision>
  <dc:subject/>
  <dc:title/>
</cp:coreProperties>
</file>